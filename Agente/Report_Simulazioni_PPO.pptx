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beta1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Batch size = 64</a:t>
            </a:r>
          </a:p>
          <a:p>
            <a:pPr/>
            <a:r>
              <a:t>CSI Originale = 0.02461</a:t>
            </a:r>
          </a:p>
          <a:p>
            <a:pPr/>
            <a:r>
              <a:t>DOF attivi modificati:</a:t>
            </a:r>
          </a:p>
          <a:p>
            <a:pPr lvl="1"/>
            <a:r>
              <a:t>DOF_BETA1 da 18.28125 a 18.281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0.0003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7288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51388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= 0.088357</a:t>
            </a:r>
          </a:p>
          <a:p>
            <a:pPr/>
            <a:r>
              <a:t>DOF_BETA1 (*) = 19.966000 da 18.281250</a:t>
            </a:r>
          </a:p>
          <a:p>
            <a:pPr/>
            <a:r>
              <a:t>DOF_BETA2 = -66.015617</a:t>
            </a:r>
          </a:p>
          <a:p>
            <a:pPr/>
            <a:r>
              <a:t>DOF_W1 = 0.193750</a:t>
            </a:r>
          </a:p>
          <a:p>
            <a:pPr/>
            <a:r>
              <a:t>DOF_W2 = 0.273438</a:t>
            </a:r>
          </a:p>
          <a:p>
            <a:pPr/>
            <a:r>
              <a:t>DOF_TMOVXU = 0.011328</a:t>
            </a:r>
          </a:p>
          <a:p>
            <a:pPr/>
            <a:r>
              <a:t>DOF_TMOVXL = -0.141797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-60.982262 da -61.117001</a:t>
            </a:r>
          </a:p>
          <a:p>
            <a:pPr/>
            <a:r>
              <a:t>OF_Cpt = 0.025669 da 0.026360</a:t>
            </a:r>
          </a:p>
          <a:p>
            <a:pPr/>
            <a:r>
              <a:t>OF_CSI = 0.023895 da 0.024610</a:t>
            </a:r>
          </a:p>
          <a:p>
            <a:pPr/>
            <a:r>
              <a:t>OF_phi = 0.618941 da 0.611082</a:t>
            </a:r>
          </a:p>
          <a:p>
            <a:pPr/>
            <a:r>
              <a:t>OF_psi = 1.217430 da 1.215501</a:t>
            </a:r>
          </a:p>
          <a:p>
            <a:pPr/>
            <a:r>
              <a:t>OF_Zwi = 0.840306 da 0.821991</a:t>
            </a:r>
          </a:p>
          <a:p>
            <a:pPr/>
            <a:r>
              <a:t>OF_Zwc = 0.803233 da 0.785634</a:t>
            </a:r>
          </a:p>
          <a:p>
            <a:pPr/>
            <a:r>
              <a:t>OF_DFss_mis = 1.203409 da 1.191800</a:t>
            </a:r>
          </a:p>
          <a:p>
            <a:pPr/>
            <a:r>
              <a:t>OF_DFss_cp = 0.956558 da 0.957700</a:t>
            </a:r>
          </a:p>
          <a:p>
            <a:pPr/>
            <a:r>
              <a:t>OF_Mis_peak = 0.466251 da 0.465100</a:t>
            </a:r>
          </a:p>
          <a:p>
            <a:pPr/>
            <a:r>
              <a:t>OF_s_peak = 0.690521 da 0.705900</a:t>
            </a:r>
          </a:p>
          <a:p>
            <a:pPr/>
            <a:r>
              <a:t>OF_s_diff_dim = 0.043744 da 0.042110</a:t>
            </a:r>
          </a:p>
          <a:p>
            <a:pPr/>
            <a:r>
              <a:t>OF_s_tot_SS = 0.143276 da 0.143200</a:t>
            </a:r>
          </a:p>
          <a:p>
            <a:pPr/>
            <a:r>
              <a:t>OF_Tmax = 0.012179 da 0.012120</a:t>
            </a:r>
          </a:p>
          <a:p>
            <a:pPr/>
            <a:r>
              <a:t>OF_X_Tmax = 0.221221 da 0.213500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