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pitch e beta1 e beta2 e w1 e w2 e tmovxu e tmovxl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0.02461</a:t>
            </a:r>
          </a:p>
          <a:p>
            <a:pPr/>
            <a:r>
              <a:t>DOF attivi modificati:</a:t>
            </a:r>
          </a:p>
          <a:p>
            <a:pPr lvl="1"/>
            <a:r>
              <a:t>DOF_PITCH da 0.0883567316 a 0.088</a:t>
            </a:r>
          </a:p>
          <a:p>
            <a:pPr lvl="1"/>
            <a:r>
              <a:t>DOF_BETA1 da 18.28125 a 18.281</a:t>
            </a:r>
          </a:p>
          <a:p>
            <a:pPr lvl="1"/>
            <a:r>
              <a:t>DOF_BETA2 da -66.01562 a -66.016</a:t>
            </a:r>
          </a:p>
          <a:p>
            <a:pPr lvl="1"/>
            <a:r>
              <a:t>DOF_W1 da 0.19375 a 0.194</a:t>
            </a:r>
          </a:p>
          <a:p>
            <a:pPr lvl="1"/>
            <a:r>
              <a:t>DOF_W2 da 0.2734375 a 0.273</a:t>
            </a:r>
          </a:p>
          <a:p>
            <a:pPr lvl="1"/>
            <a:r>
              <a:t>DOF_TMOVXU da 0.01132812 a 0.011</a:t>
            </a:r>
          </a:p>
          <a:p>
            <a:pPr lvl="1"/>
            <a:r>
              <a:t>DOF_TMOVXL da -0.1417969 a -0.142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DOF_PITCH = [0.084, 0.14]</a:t>
            </a:r>
          </a:p>
          <a:p>
            <a:r>
              <a:t>DOF_BETA1 = [0.034, 19.966]</a:t>
            </a:r>
          </a:p>
          <a:p>
            <a:r>
              <a:t>DOF_BETA2 = [-69.996, -60.121]</a:t>
            </a:r>
          </a:p>
          <a:p>
            <a:r>
              <a:t>DOF_W1 = [0.0, 0.745]</a:t>
            </a:r>
          </a:p>
          <a:p>
            <a:r>
              <a:t>DOF_W2 = [0.001, 0.999]</a:t>
            </a:r>
          </a:p>
          <a:p>
            <a:r>
              <a:t>DOF_TMOVXU = [-0.149, 0.199]</a:t>
            </a:r>
          </a:p>
          <a:p>
            <a:r>
              <a:t>DOF_TMOVXL = [-0.15, 0.2]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3e-05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560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310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_ba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1297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Attore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5376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Critico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17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DOF_PITCH (*) = 0.108469 da 0.088357</a:t>
            </a:r>
          </a:p>
          <a:p>
            <a:pPr/>
            <a:r>
              <a:t>DOF_BETA1 (*) = 19.646654 da 18.281250</a:t>
            </a:r>
          </a:p>
          <a:p>
            <a:pPr/>
            <a:r>
              <a:t>DOF_BETA2 (*) = -65.266663 da -66.015617</a:t>
            </a:r>
          </a:p>
          <a:p>
            <a:pPr/>
            <a:r>
              <a:t>DOF_W1 (*) = 0.080540 da 0.193750</a:t>
            </a:r>
          </a:p>
          <a:p>
            <a:pPr/>
            <a:r>
              <a:t>DOF_W2 (*) = 0.388425 da 0.273438</a:t>
            </a:r>
          </a:p>
          <a:p>
            <a:pPr/>
            <a:r>
              <a:t>DOF_TMOVXU (*) = 0.043148 da 0.011328</a:t>
            </a:r>
          </a:p>
          <a:p>
            <a:pPr/>
            <a:r>
              <a:t>DOF_TMOVXL (*) = -0.150000 da -0.141797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 = -60.550880 da -61.117001</a:t>
            </a:r>
          </a:p>
          <a:p>
            <a:pPr/>
            <a:r>
              <a:t>OF_Cpt = 0.023180 da 0.026360</a:t>
            </a:r>
          </a:p>
          <a:p>
            <a:pPr/>
            <a:r>
              <a:t>OF_CSI = 0.021594 da 0.024610</a:t>
            </a:r>
          </a:p>
          <a:p>
            <a:pPr/>
            <a:r>
              <a:t>OF_phi = 0.626332 da 0.611082</a:t>
            </a:r>
          </a:p>
          <a:p>
            <a:pPr/>
            <a:r>
              <a:t>OF_psi = 1.220411 da 1.215501</a:t>
            </a:r>
          </a:p>
          <a:p>
            <a:pPr/>
            <a:r>
              <a:t>OF_Zwi = 1.028469 da 0.821991</a:t>
            </a:r>
          </a:p>
          <a:p>
            <a:pPr/>
            <a:r>
              <a:t>OF_Zwc = 0.980392 da 0.785634</a:t>
            </a:r>
          </a:p>
          <a:p>
            <a:pPr/>
            <a:r>
              <a:t>OF_DFss_mis = 1.265246 da 1.191800</a:t>
            </a:r>
          </a:p>
          <a:p>
            <a:pPr/>
            <a:r>
              <a:t>OF_DFss_cp = 0.942793 da 0.957700</a:t>
            </a:r>
          </a:p>
          <a:p>
            <a:pPr/>
            <a:r>
              <a:t>OF_Mis_peak = 0.483279 da 0.465100</a:t>
            </a:r>
          </a:p>
          <a:p>
            <a:pPr/>
            <a:r>
              <a:t>OF_s_peak = 0.576769 da 0.705900</a:t>
            </a:r>
          </a:p>
          <a:p>
            <a:pPr/>
            <a:r>
              <a:t>OF_s_diff_dim = 0.062704 da 0.042110</a:t>
            </a:r>
          </a:p>
          <a:p>
            <a:pPr/>
            <a:r>
              <a:t>OF_s_tot_SS = 0.148408 da 0.143200</a:t>
            </a:r>
          </a:p>
          <a:p>
            <a:pPr/>
            <a:r>
              <a:t>OF_Tmax = 0.012065 da 0.012120</a:t>
            </a:r>
          </a:p>
          <a:p>
            <a:pPr/>
            <a:r>
              <a:t>OF_X_Tmax = 0.232704 da 0.213500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