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Batch size = 64</a:t>
            </a:r>
          </a:p>
          <a:p>
            <a:pPr/>
            <a:r>
              <a:t>CSI Originale = 0.02461</a:t>
            </a:r>
          </a:p>
          <a:p>
            <a:pPr/>
            <a:r>
              <a:t>DOF attivi modificati:</a:t>
            </a:r>
          </a:p>
          <a:p>
            <a:pPr lvl="1"/>
            <a:r>
              <a:t>DOF_BETA2 da -66.01562 a -66.016</a:t>
            </a:r>
          </a:p>
          <a:p>
            <a:pPr lvl="1"/>
            <a:r>
              <a:t>DOF_W1 da 0.19375 a 0.194</a:t>
            </a:r>
          </a:p>
          <a:p>
            <a:pPr lvl="1"/>
            <a:r>
              <a:t>DOF_W2 da 0.2734375 a 0.273</a:t>
            </a:r>
          </a:p>
          <a:p>
            <a:pPr lvl="1"/>
            <a:r>
              <a:t>DOF_TMOVXU da 0.01132812 a 0.011</a:t>
            </a:r>
          </a:p>
          <a:p>
            <a:pPr lvl="1"/>
            <a:r>
              <a:t>DOF_TMOVXL da -0.1417969 a -0.142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75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8203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82037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51083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65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= 0.088357</a:t>
            </a:r>
          </a:p>
          <a:p>
            <a:pPr/>
            <a:r>
              <a:t>DOF_BETA1 = 18.281250</a:t>
            </a:r>
          </a:p>
          <a:p>
            <a:pPr/>
            <a:r>
              <a:t>DOF_BETA2 (*) = -61.812206 da -66.015617</a:t>
            </a:r>
          </a:p>
          <a:p>
            <a:pPr/>
            <a:r>
              <a:t>DOF_W1 (*) = 0.435789 da 0.193750</a:t>
            </a:r>
          </a:p>
          <a:p>
            <a:pPr/>
            <a:r>
              <a:t>DOF_W2 (*) = 0.970247 da 0.273438</a:t>
            </a:r>
          </a:p>
          <a:p>
            <a:pPr/>
            <a:r>
              <a:t>DOF_TMOVXU (*) = 0.012671 da 0.011328</a:t>
            </a:r>
          </a:p>
          <a:p>
            <a:pPr/>
            <a:r>
              <a:t>DOF_TMOVXL (*) = 0.129708 da -0.141797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-55.346897 da -61.117001</a:t>
            </a:r>
          </a:p>
          <a:p>
            <a:pPr/>
            <a:r>
              <a:t>OF_Cpt = 0.024586 da 0.026360</a:t>
            </a:r>
          </a:p>
          <a:p>
            <a:pPr/>
            <a:r>
              <a:t>OF_CSI = 0.023170 da 0.024610</a:t>
            </a:r>
          </a:p>
          <a:p>
            <a:pPr/>
            <a:r>
              <a:t>OF_phi = 0.768100 da 0.611082</a:t>
            </a:r>
          </a:p>
          <a:p>
            <a:pPr/>
            <a:r>
              <a:t>OF_psi = 1.271618 da 1.215501</a:t>
            </a:r>
          </a:p>
          <a:p>
            <a:pPr/>
            <a:r>
              <a:t>OF_Zwi = 0.949102 da 0.821991</a:t>
            </a:r>
          </a:p>
          <a:p>
            <a:pPr/>
            <a:r>
              <a:t>OF_Zwc = 0.901718 da 0.785634</a:t>
            </a:r>
          </a:p>
          <a:p>
            <a:pPr/>
            <a:r>
              <a:t>OF_DFss_mis = 1.208487 da 1.191800</a:t>
            </a:r>
          </a:p>
          <a:p>
            <a:pPr/>
            <a:r>
              <a:t>OF_DFss_cp = 0.953827 da 0.957700</a:t>
            </a:r>
          </a:p>
          <a:p>
            <a:pPr/>
            <a:r>
              <a:t>OF_Mis_peak = 0.468940 da 0.465100</a:t>
            </a:r>
          </a:p>
          <a:p>
            <a:pPr/>
            <a:r>
              <a:t>OF_s_peak = 0.718583 da 0.705900</a:t>
            </a:r>
          </a:p>
          <a:p>
            <a:pPr/>
            <a:r>
              <a:t>OF_s_diff_dim = 0.038071 da 0.042110</a:t>
            </a:r>
          </a:p>
          <a:p>
            <a:pPr/>
            <a:r>
              <a:t>OF_s_tot_SS = 0.133817 da 0.143200</a:t>
            </a:r>
          </a:p>
          <a:p>
            <a:pPr/>
            <a:r>
              <a:t>OF_Tmax = 0.012258 da 0.012120</a:t>
            </a:r>
          </a:p>
          <a:p>
            <a:pPr/>
            <a:r>
              <a:t>OF_X_Tmax = 0.277609 da 0.213500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