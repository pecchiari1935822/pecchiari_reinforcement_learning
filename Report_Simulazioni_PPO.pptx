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854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pitch e beta1 e beta2 e w1 e w2 e tmovxu e tmovxl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Batch size = 64</a:t>
            </a:r>
          </a:p>
          <a:p>
            <a:pPr/>
            <a:r>
              <a:t>CSI Originale = 0.02529</a:t>
            </a:r>
          </a:p>
          <a:p>
            <a:pPr/>
            <a:r>
              <a:t>DOF attivi modificati:</a:t>
            </a:r>
          </a:p>
          <a:p>
            <a:pPr lvl="1"/>
            <a:r>
              <a:t>DOF_PITCH da 0.08534236023 a 0.085</a:t>
            </a:r>
          </a:p>
          <a:p>
            <a:pPr lvl="1"/>
            <a:r>
              <a:t>DOF_BETA1 da 13.90686 a 13.907</a:t>
            </a:r>
          </a:p>
          <a:p>
            <a:pPr lvl="1"/>
            <a:r>
              <a:t>DOF_BETA2 da -69.77264 a -69.773</a:t>
            </a:r>
          </a:p>
          <a:p>
            <a:pPr lvl="1"/>
            <a:r>
              <a:t>DOF_W1 da 0.3960693 a 0.396</a:t>
            </a:r>
          </a:p>
          <a:p>
            <a:pPr lvl="1"/>
            <a:r>
              <a:t>DOF_W2 da 0.9958191 a 0.996</a:t>
            </a:r>
          </a:p>
          <a:p>
            <a:pPr lvl="1"/>
            <a:r>
              <a:t>DOF_TMOVXU da -0.08603058 a -0.086</a:t>
            </a:r>
          </a:p>
          <a:p>
            <a:pPr lvl="1"/>
            <a:r>
              <a:t>DOF_TMOVXL da -0.07983551 a -0.080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82037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82037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51388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0.137973 da 0.085342</a:t>
            </a:r>
          </a:p>
          <a:p>
            <a:pPr/>
            <a:r>
              <a:t>DOF_BETA1 (*) = 19.966000 da 13.906860</a:t>
            </a:r>
          </a:p>
          <a:p>
            <a:pPr/>
            <a:r>
              <a:t>DOF_BETA2 (*) = -69.502251 da -69.772636</a:t>
            </a:r>
          </a:p>
          <a:p>
            <a:pPr/>
            <a:r>
              <a:t>DOF_W1 (*) = 0.592189 da 0.396069</a:t>
            </a:r>
          </a:p>
          <a:p>
            <a:pPr/>
            <a:r>
              <a:t>DOF_W2 (*) = 0.999000 da 0.995819</a:t>
            </a:r>
          </a:p>
          <a:p>
            <a:pPr/>
            <a:r>
              <a:t>DOF_TMOVXU (*) = -0.116822 da -0.086031</a:t>
            </a:r>
          </a:p>
          <a:p>
            <a:pPr/>
            <a:r>
              <a:t>DOF_TMOVXL (*) = 0.200000 da -0.079836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-53.058990 da -61.333000</a:t>
            </a:r>
          </a:p>
          <a:p>
            <a:pPr/>
            <a:r>
              <a:t>OF_Cpt = 0.020396 da 0.027090</a:t>
            </a:r>
          </a:p>
          <a:p>
            <a:pPr/>
            <a:r>
              <a:t>OF_CSI = 0.019447 da 0.025290</a:t>
            </a:r>
          </a:p>
          <a:p>
            <a:pPr/>
            <a:r>
              <a:t>OF_phi = 0.831727 da 0.605067</a:t>
            </a:r>
          </a:p>
          <a:p>
            <a:pPr/>
            <a:r>
              <a:t>OF_psi = 1.291075 da 1.213379</a:t>
            </a:r>
          </a:p>
          <a:p>
            <a:pPr/>
            <a:r>
              <a:t>OF_Zwi = 1.493779 da 0.789230</a:t>
            </a:r>
          </a:p>
          <a:p>
            <a:pPr/>
            <a:r>
              <a:t>OF_Zwc = 1.440847 da 0.754341</a:t>
            </a:r>
          </a:p>
          <a:p>
            <a:pPr/>
            <a:r>
              <a:t>OF_DFss_mis = 1.467339 da 1.209000</a:t>
            </a:r>
          </a:p>
          <a:p>
            <a:pPr/>
            <a:r>
              <a:t>OF_DFss_cp = 0.898844 da 0.954000</a:t>
            </a:r>
          </a:p>
          <a:p>
            <a:pPr/>
            <a:r>
              <a:t>OF_Mis_peak = 0.537746 da 0.469800</a:t>
            </a:r>
          </a:p>
          <a:p>
            <a:pPr/>
            <a:r>
              <a:t>OF_s_peak = 0.548241 da 0.771000</a:t>
            </a:r>
          </a:p>
          <a:p>
            <a:pPr/>
            <a:r>
              <a:t>OF_s_diff_dim = 0.066278 da 0.032590</a:t>
            </a:r>
          </a:p>
          <a:p>
            <a:pPr/>
            <a:r>
              <a:t>OF_s_tot_SS = 0.139031 da 0.142300</a:t>
            </a:r>
          </a:p>
          <a:p>
            <a:pPr/>
            <a:r>
              <a:t>OF_Tmax = 0.011965 da 0.012320</a:t>
            </a:r>
          </a:p>
          <a:p>
            <a:pPr/>
            <a:r>
              <a:t>OF_X_Tmax = 0.257341 da 0.170215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