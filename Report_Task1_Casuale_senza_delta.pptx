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1 - Run Casuale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Partenza da profilo completamente casuale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Tipo = Casuale (No Dataset)</a:t>
            </a:r>
          </a:p>
          <a:p>
            <a:pPr/>
            <a:r>
              <a:t>Episode Length = 60</a:t>
            </a:r>
          </a:p>
          <a:p>
            <a:pPr/>
            <a:r>
              <a:t>N steps = 200</a:t>
            </a:r>
          </a:p>
          <a:p>
            <a:pPr/>
            <a:r>
              <a:t>Batch size = 64</a:t>
            </a:r>
          </a:p>
          <a:p>
            <a:pPr/>
            <a:r>
              <a:t>Learning Rate = 3e-05</a:t>
            </a:r>
          </a:p>
          <a:p>
            <a:pPr/>
            <a:r>
              <a:t>Best CSI trovato = 0.017766</a:t>
            </a:r>
          </a:p>
          <a:p>
            <a:pPr/>
            <a:r>
              <a:t>DOF attivi modificati:</a:t>
            </a:r>
          </a:p>
          <a:p>
            <a:pPr lvl="1"/>
            <a:r>
              <a:t>DOF_PITCH</a:t>
            </a:r>
          </a:p>
          <a:p>
            <a:pPr lvl="1"/>
            <a:r>
              <a:t>DOF_BETA1</a:t>
            </a:r>
          </a:p>
          <a:p>
            <a:pPr lvl="1"/>
            <a:r>
              <a:t>DOF_BETA2</a:t>
            </a:r>
          </a:p>
          <a:p>
            <a:pPr lvl="1"/>
            <a:r>
              <a:t>DOF_W1</a:t>
            </a:r>
          </a:p>
          <a:p>
            <a:pPr lvl="1"/>
            <a:r>
              <a:t>DOF_W2</a:t>
            </a:r>
          </a:p>
          <a:p>
            <a:pPr lvl="1"/>
            <a:r>
              <a:t>DOF_TMOVXU</a:t>
            </a:r>
          </a:p>
          <a:p>
            <a:pPr lvl="1"/>
            <a:r>
              <a:t>DOF_TMOVXL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0845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7656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0.140000</a:t>
            </a:r>
          </a:p>
          <a:p>
            <a:pPr/>
            <a:r>
              <a:t>DOF_BETA1 (*) = 17.839876</a:t>
            </a:r>
          </a:p>
          <a:p>
            <a:pPr/>
            <a:r>
              <a:t>DOF_BETA2 (*) = -63.504311</a:t>
            </a:r>
          </a:p>
          <a:p>
            <a:pPr/>
            <a:r>
              <a:t>DOF_W1 (*) = 0.696688</a:t>
            </a:r>
          </a:p>
          <a:p>
            <a:pPr/>
            <a:r>
              <a:t>DOF_W2 (*) = 0.001000</a:t>
            </a:r>
          </a:p>
          <a:p>
            <a:pPr/>
            <a:r>
              <a:t>DOF_TMOVXU (*) = -0.149000</a:t>
            </a:r>
          </a:p>
          <a:p>
            <a:pPr/>
            <a:r>
              <a:t>DOF_TMOVXL (*) = -0.150000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-47.851654</a:t>
            </a:r>
          </a:p>
          <a:p>
            <a:pPr/>
            <a:r>
              <a:t>OF_Cpt = 0.018218</a:t>
            </a:r>
          </a:p>
          <a:p>
            <a:pPr/>
            <a:r>
              <a:t>OF_CSI = 0.017766</a:t>
            </a:r>
          </a:p>
          <a:p>
            <a:pPr/>
            <a:r>
              <a:t>OF_phi = 0.971514</a:t>
            </a:r>
          </a:p>
          <a:p>
            <a:pPr/>
            <a:r>
              <a:t>OF_psi = 1.345863</a:t>
            </a:r>
          </a:p>
          <a:p>
            <a:pPr/>
            <a:r>
              <a:t>OF_Zwi = 1.711778</a:t>
            </a:r>
          </a:p>
          <a:p>
            <a:pPr/>
            <a:r>
              <a:t>OF_Zwc = 1.659188</a:t>
            </a:r>
          </a:p>
          <a:p>
            <a:pPr/>
            <a:r>
              <a:t>OF_DFss_mis = 1.541025</a:t>
            </a:r>
          </a:p>
          <a:p>
            <a:pPr/>
            <a:r>
              <a:t>OF_DFss_cp = 0.881507</a:t>
            </a:r>
          </a:p>
          <a:p>
            <a:pPr/>
            <a:r>
              <a:t>OF_Mis_peak = 0.566908</a:t>
            </a:r>
          </a:p>
          <a:p>
            <a:pPr/>
            <a:r>
              <a:t>OF_s_peak = 0.449359</a:t>
            </a:r>
          </a:p>
          <a:p>
            <a:pPr/>
            <a:r>
              <a:t>OF_s_diff_dim = 0.080498</a:t>
            </a:r>
          </a:p>
          <a:p>
            <a:pPr/>
            <a:r>
              <a:t>OF_s_tot_SS = 0.133589</a:t>
            </a:r>
          </a:p>
          <a:p>
            <a:pPr/>
            <a:r>
              <a:t>OF_Tmax = 0.011975</a:t>
            </a:r>
          </a:p>
          <a:p>
            <a:pPr/>
            <a:r>
              <a:t>OF_X_Tmax = 0.197447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