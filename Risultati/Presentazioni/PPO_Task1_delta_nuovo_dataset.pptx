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1 - Run Casuale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Partenza da profilo completamente casuale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Learning Rate = 3e-05</a:t>
            </a:r>
          </a:p>
          <a:p>
            <a:pPr/>
            <a:r>
              <a:t>Best CSI trovato = 0.027502</a:t>
            </a:r>
          </a:p>
          <a:p>
            <a:pPr/>
            <a:r>
              <a:t>DOF attivi modificati:</a:t>
            </a:r>
          </a:p>
          <a:p>
            <a:pPr lvl="1"/>
            <a:r>
              <a:t>DOF_ALFAIN</a:t>
            </a:r>
          </a:p>
          <a:p>
            <a:pPr lvl="1"/>
            <a:r>
              <a:t>DOF_PITCH</a:t>
            </a:r>
          </a:p>
          <a:p>
            <a:pPr lvl="1"/>
            <a:r>
              <a:t>DOF_RE2IS</a:t>
            </a:r>
          </a:p>
          <a:p>
            <a:pPr lvl="1"/>
            <a:r>
              <a:t>DOF_MA2IS</a:t>
            </a:r>
          </a:p>
          <a:p>
            <a:pPr lvl="1"/>
            <a:r>
              <a:t>DOF_ARATIO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DOF_RTE</a:t>
            </a:r>
          </a:p>
          <a:p>
            <a:pPr lvl="1"/>
            <a:r>
              <a:t>DOF_TMAXU</a:t>
            </a:r>
          </a:p>
          <a:p>
            <a:pPr lvl="1"/>
            <a:r>
              <a:t>DOF_TMAXL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  <a:p>
            <a:pPr lvl="1"/>
            <a:r>
              <a:t>DOF_TUCP2</a:t>
            </a:r>
          </a:p>
          <a:p>
            <a:pPr lvl="1"/>
            <a:r>
              <a:t>DOF_TUCP3</a:t>
            </a:r>
          </a:p>
          <a:p>
            <a:pPr lvl="1"/>
            <a:r>
              <a:t>DOF_SUCP3</a:t>
            </a:r>
          </a:p>
          <a:p>
            <a:pPr lvl="1"/>
            <a:r>
              <a:t>DOF_TUCP5</a:t>
            </a:r>
          </a:p>
          <a:p>
            <a:pPr lvl="1"/>
            <a:r>
              <a:t>DOF_SUCP5</a:t>
            </a:r>
          </a:p>
          <a:p>
            <a:pPr lvl="1"/>
            <a:r>
              <a:t>DOF_TLCP5</a:t>
            </a:r>
          </a:p>
          <a:p>
            <a:pPr lvl="1"/>
            <a:r>
              <a:t>DOF_SLCP5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DOF_ALFAIN = [20.0, 30.0]</a:t>
            </a:r>
          </a:p>
          <a:p>
            <a:r>
              <a:t>DOF_PITCH = [0.04560844344, 0.1489434866]</a:t>
            </a:r>
          </a:p>
          <a:p>
            <a:r>
              <a:t>DOF_RE2IS = [50820.0, 256750.0]</a:t>
            </a:r>
          </a:p>
          <a:p>
            <a:r>
              <a:t>DOF_MA2IS = [0.40001, 0.89993]</a:t>
            </a:r>
          </a:p>
          <a:p>
            <a:r>
              <a:t>DOF_ARATIO = [0.950024, 1.399712]</a:t>
            </a:r>
          </a:p>
          <a:p>
            <a:r>
              <a:t>DOF_BETA1 = [-9.54361, 39.858401]</a:t>
            </a:r>
          </a:p>
          <a:p>
            <a:r>
              <a:t>DOF_BETA2 = [-79.62194, -50.804227]</a:t>
            </a:r>
          </a:p>
          <a:p>
            <a:r>
              <a:t>DOF_W1 = [0.0002319336, 0.7997925]</a:t>
            </a:r>
          </a:p>
          <a:p>
            <a:r>
              <a:t>DOF_W2 = [5.340576e-05, 0.9997559]</a:t>
            </a:r>
          </a:p>
          <a:p>
            <a:r>
              <a:t>DOF_RTE = [0.0007000397, 0.001999911]</a:t>
            </a:r>
          </a:p>
          <a:p>
            <a:r>
              <a:t>DOF_TMAXU = [0.004015076, 0.02998889]</a:t>
            </a:r>
          </a:p>
          <a:p>
            <a:r>
              <a:t>DOF_TMAXL = [0.002500534, 0.01999947]</a:t>
            </a:r>
          </a:p>
          <a:p>
            <a:r>
              <a:t>DOF_TMOVXU = [-0.1499146, 0.1999332]</a:t>
            </a:r>
          </a:p>
          <a:p>
            <a:r>
              <a:t>DOF_TMOVXL = [-0.1499893, 0.1999012]</a:t>
            </a:r>
          </a:p>
          <a:p>
            <a:r>
              <a:t>DOF_TUCP2 = [0.280032, 0.4799954]</a:t>
            </a:r>
          </a:p>
          <a:p>
            <a:r>
              <a:t>DOF_TUCP3 = [0.6000522, 0.9799333]</a:t>
            </a:r>
          </a:p>
          <a:p>
            <a:r>
              <a:t>DOF_SUCP3 = [0.08003296, 0.1999982]</a:t>
            </a:r>
          </a:p>
          <a:p>
            <a:r>
              <a:t>DOF_TUCP5 = [0.2500381, 0.7499733]</a:t>
            </a:r>
          </a:p>
          <a:p>
            <a:r>
              <a:t>DOF_SUCP5 = [0.5000038, 0.7499638]</a:t>
            </a:r>
          </a:p>
          <a:p>
            <a:r>
              <a:t>DOF_TLCP5 = [0.3500168, 0.5499741]</a:t>
            </a:r>
          </a:p>
          <a:p>
            <a:r>
              <a:t>DOF_SLCP5 = [0.5000095, 0.7499924]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98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- 2</a:t>
            </a:r>
          </a:p>
        </p:txBody>
      </p:sp>
      <p:pic>
        <p:nvPicPr>
          <p:cNvPr id="3" name="Picture 2" descr="plot_dof_evolu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- 3</a:t>
            </a:r>
          </a:p>
        </p:txBody>
      </p:sp>
      <p:pic>
        <p:nvPicPr>
          <p:cNvPr id="3" name="Picture 2" descr="plot_dof_evoluti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18918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629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730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DOF_ALFAIN (*) = 20.847374</a:t>
            </a:r>
          </a:p>
          <a:p>
            <a:pPr/>
            <a:r>
              <a:t>DOF_PITCH (*) = 0.110022</a:t>
            </a:r>
          </a:p>
          <a:p>
            <a:pPr/>
            <a:r>
              <a:t>DOF_RE2IS (*) = 235657.437500</a:t>
            </a:r>
          </a:p>
          <a:p>
            <a:pPr/>
            <a:r>
              <a:t>DOF_MA2IS (*) = 0.578452</a:t>
            </a:r>
          </a:p>
          <a:p>
            <a:pPr/>
            <a:r>
              <a:t>DOF_ARATIO (*) = 0.968319</a:t>
            </a:r>
          </a:p>
          <a:p>
            <a:pPr/>
            <a:r>
              <a:t>DOF_BETA1 (*) = 8.926058</a:t>
            </a:r>
          </a:p>
          <a:p>
            <a:pPr/>
            <a:r>
              <a:t>DOF_BETA2 (*) = -58.625008</a:t>
            </a:r>
          </a:p>
          <a:p>
            <a:pPr/>
            <a:r>
              <a:t>DOF_W1 (*) = 0.472147</a:t>
            </a:r>
          </a:p>
          <a:p>
            <a:pPr/>
            <a:r>
              <a:t>DOF_W2 (*) = 0.211254</a:t>
            </a:r>
          </a:p>
          <a:p>
            <a:pPr/>
            <a:r>
              <a:t>DOF_RTE (*) = 0.001350</a:t>
            </a:r>
          </a:p>
          <a:p>
            <a:pPr/>
            <a:r>
              <a:t>DOF_TMAXU (*) = 0.016068</a:t>
            </a:r>
          </a:p>
          <a:p>
            <a:pPr/>
            <a:r>
              <a:t>DOF_TMAXL (*) = 0.010604</a:t>
            </a:r>
          </a:p>
          <a:p>
            <a:pPr/>
            <a:r>
              <a:t>DOF_TMOVXU (*) = -0.135044</a:t>
            </a:r>
          </a:p>
          <a:p>
            <a:pPr/>
            <a:r>
              <a:t>DOF_TMOVXL (*) = 0.179547</a:t>
            </a:r>
          </a:p>
          <a:p>
            <a:pPr/>
            <a:r>
              <a:t>DOF_TUCP2 (*) = 0.323657</a:t>
            </a:r>
          </a:p>
          <a:p>
            <a:pPr/>
            <a:r>
              <a:t>DOF_TUCP3 (*) = 0.695721</a:t>
            </a:r>
          </a:p>
          <a:p>
            <a:pPr/>
            <a:r>
              <a:t>DOF_SUCP3 (*) = 0.105073</a:t>
            </a:r>
          </a:p>
          <a:p>
            <a:pPr/>
            <a:r>
              <a:t>DOF_TUCP5 (*) = 0.516357</a:t>
            </a:r>
          </a:p>
          <a:p>
            <a:pPr/>
            <a:r>
              <a:t>DOF_SUCP5 (*) = 0.611572</a:t>
            </a:r>
          </a:p>
          <a:p>
            <a:pPr/>
            <a:r>
              <a:t>DOF_TLCP5 (*) = 0.402864</a:t>
            </a:r>
          </a:p>
          <a:p>
            <a:pPr/>
            <a:r>
              <a:t>DOF_SLCP5 (*) = 0.612446</a:t>
            </a:r>
          </a:p>
          <a:p>
            <a:pPr/>
            <a:r>
              <a:t>Deflessione (ε) = 74.010°</a:t>
            </a:r>
          </a:p>
          <a:p>
            <a:pPr/>
            <a:r>
              <a:t>Curvatura camber (θ) = 67.551°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OF_alfa_ex_FL = -53.162891</a:t>
            </a:r>
          </a:p>
          <a:p>
            <a:pPr/>
            <a:r>
              <a:t>OF_Cpt_FL = 0.036699</a:t>
            </a:r>
          </a:p>
          <a:p>
            <a:pPr/>
            <a:r>
              <a:t>OF_CSI_FL = 0.027502</a:t>
            </a:r>
          </a:p>
          <a:p>
            <a:pPr/>
            <a:r>
              <a:t>OF_phi_FL = 1.120128</a:t>
            </a:r>
          </a:p>
          <a:p>
            <a:pPr/>
            <a:r>
              <a:t>OF_psi_FL = 1.964976</a:t>
            </a:r>
          </a:p>
          <a:p>
            <a:pPr/>
            <a:r>
              <a:t>OF_Zwc_FL = 1.354266</a:t>
            </a:r>
          </a:p>
          <a:p>
            <a:pPr/>
            <a:r>
              <a:t>OF_DFss_mis_LO = 1.716913</a:t>
            </a:r>
          </a:p>
          <a:p>
            <a:pPr/>
            <a:r>
              <a:t>OF_Ds_cp_LO = 1.415082</a:t>
            </a:r>
          </a:p>
          <a:p>
            <a:pPr/>
            <a:r>
              <a:t>OF_Tmax_GM = 0.022035</a:t>
            </a:r>
          </a:p>
          <a:p>
            <a:pPr/>
            <a:r>
              <a:t>OF_X_Tmax_GM = 0.022035</a:t>
            </a:r>
          </a:p>
          <a:p>
            <a:pPr/>
            <a:r>
              <a:t>OF_Wedge_TE_GM = 11.721238</a:t>
            </a:r>
          </a:p>
          <a:p>
            <a:pPr/>
            <a:r>
              <a:t>OF_UGT_GM = 24.342915</a:t>
            </a:r>
          </a:p>
          <a:p>
            <a:pPr/>
            <a:r>
              <a:t>OF_Area_GM = 0.001800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49609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