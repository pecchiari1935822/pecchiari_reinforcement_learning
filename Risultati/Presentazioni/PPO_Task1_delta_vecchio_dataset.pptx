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1 - Run Casuale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Partenza da profilo completamente casuale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Tipo = Casuale (No Dataset)</a:t>
            </a:r>
          </a:p>
          <a:p>
            <a:pPr/>
            <a:r>
              <a:t>Episode Length = 60</a:t>
            </a:r>
          </a:p>
          <a:p>
            <a:pPr/>
            <a:r>
              <a:t>N steps = 200</a:t>
            </a:r>
          </a:p>
          <a:p>
            <a:pPr/>
            <a:r>
              <a:t>Batch size = 64</a:t>
            </a:r>
          </a:p>
          <a:p>
            <a:pPr/>
            <a:r>
              <a:t>Learning Rate = 3e-05</a:t>
            </a:r>
          </a:p>
          <a:p>
            <a:pPr/>
            <a:r>
              <a:t>Best CSI trovato = 0.014737</a:t>
            </a:r>
          </a:p>
          <a:p>
            <a:pPr/>
            <a:r>
              <a:t>DOF attivi modificati:</a:t>
            </a:r>
          </a:p>
          <a:p>
            <a:pPr lvl="1"/>
            <a:r>
              <a:t>DOF_PITCH</a:t>
            </a:r>
          </a:p>
          <a:p>
            <a:pPr lvl="1"/>
            <a:r>
              <a:t>DOF_BETA1</a:t>
            </a:r>
          </a:p>
          <a:p>
            <a:pPr lvl="1"/>
            <a:r>
              <a:t>DOF_BETA2</a:t>
            </a:r>
          </a:p>
          <a:p>
            <a:pPr lvl="1"/>
            <a:r>
              <a:t>DOF_W1</a:t>
            </a:r>
          </a:p>
          <a:p>
            <a:pPr lvl="1"/>
            <a:r>
              <a:t>DOF_W2</a:t>
            </a:r>
          </a:p>
          <a:p>
            <a:pPr lvl="1"/>
            <a:r>
              <a:t>DOF_TMOVXU</a:t>
            </a:r>
          </a:p>
          <a:p>
            <a:pPr lvl="1"/>
            <a:r>
              <a:t>DOF_TMOVXL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[0.08425381393, 0.1401921907]</a:t>
            </a:r>
          </a:p>
          <a:p>
            <a:r>
              <a:t>DOF_BETA1 = [0.03417969, 19.96643]</a:t>
            </a:r>
          </a:p>
          <a:p>
            <a:r>
              <a:t>DOF_BETA2 = [-69.99573, -60.12146]</a:t>
            </a:r>
          </a:p>
          <a:p>
            <a:r>
              <a:t>DOF_W1 = [0.0001708984, 0.7446777]</a:t>
            </a:r>
          </a:p>
          <a:p>
            <a:r>
              <a:t>DOF_W2 = [0.0007019043, 0.9987183]</a:t>
            </a:r>
          </a:p>
          <a:p>
            <a:r>
              <a:t>DOF_TMOVXU = [-0.1489105, 0.1993591]</a:t>
            </a:r>
          </a:p>
          <a:p>
            <a:r>
              <a:t>DOF_TMOVXL = [-0.1498932, 0.1998077]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 Training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771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- 1</a:t>
            </a:r>
          </a:p>
        </p:txBody>
      </p:sp>
      <p:pic>
        <p:nvPicPr>
          <p:cNvPr id="3" name="Picture 2" descr="plot_dof_evolu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Actor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6294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73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0.130448</a:t>
            </a:r>
          </a:p>
          <a:p>
            <a:pPr/>
            <a:r>
              <a:t>DOF_BETA1 (*) = 19.314230</a:t>
            </a:r>
          </a:p>
          <a:p>
            <a:pPr/>
            <a:r>
              <a:t>DOF_BETA2 (*) = -60.121460</a:t>
            </a:r>
          </a:p>
          <a:p>
            <a:pPr/>
            <a:r>
              <a:t>DOF_W1 (*) = 0.722860</a:t>
            </a:r>
          </a:p>
          <a:p>
            <a:pPr/>
            <a:r>
              <a:t>DOF_W2 (*) = 0.028941</a:t>
            </a:r>
          </a:p>
          <a:p>
            <a:pPr/>
            <a:r>
              <a:t>DOF_TMOVXU (*) = 0.127599</a:t>
            </a:r>
          </a:p>
          <a:p>
            <a:pPr/>
            <a:r>
              <a:t>DOF_TMOVXL (*) = -0.078061</a:t>
            </a:r>
          </a:p>
          <a:p>
            <a:pPr/>
            <a:r>
              <a:t>Deflessione (ε) = 52.416°</a:t>
            </a:r>
          </a:p>
          <a:p>
            <a:pPr/>
            <a:r>
              <a:t>Curvatura camber (θ) = 79.436°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-42.415844</a:t>
            </a:r>
          </a:p>
          <a:p>
            <a:pPr/>
            <a:r>
              <a:t>OF_Cpt = 0.015158</a:t>
            </a:r>
          </a:p>
          <a:p>
            <a:pPr/>
            <a:r>
              <a:t>OF_CSI = 0.014737</a:t>
            </a:r>
          </a:p>
          <a:p>
            <a:pPr/>
            <a:r>
              <a:t>OF_phi = 1.104325</a:t>
            </a:r>
          </a:p>
          <a:p>
            <a:pPr/>
            <a:r>
              <a:t>OF_psi = 1.391057</a:t>
            </a:r>
          </a:p>
          <a:p>
            <a:pPr/>
            <a:r>
              <a:t>OF_Zwi = 1.635663</a:t>
            </a:r>
          </a:p>
          <a:p>
            <a:pPr/>
            <a:r>
              <a:t>OF_Zwc = 1.563316</a:t>
            </a:r>
          </a:p>
          <a:p>
            <a:pPr/>
            <a:r>
              <a:t>OF_DFss_mis = 1.550308</a:t>
            </a:r>
          </a:p>
          <a:p>
            <a:pPr/>
            <a:r>
              <a:t>OF_DFss_cp = 0.888785</a:t>
            </a:r>
          </a:p>
          <a:p>
            <a:pPr/>
            <a:r>
              <a:t>OF_Mis_peak = 0.565165</a:t>
            </a:r>
          </a:p>
          <a:p>
            <a:pPr/>
            <a:r>
              <a:t>OF_s_peak = 0.502121</a:t>
            </a:r>
          </a:p>
          <a:p>
            <a:pPr/>
            <a:r>
              <a:t>OF_s_diff_dim = 0.066948</a:t>
            </a:r>
          </a:p>
          <a:p>
            <a:pPr/>
            <a:r>
              <a:t>OF_s_tot_SS = 0.113121</a:t>
            </a:r>
          </a:p>
          <a:p>
            <a:pPr/>
            <a:r>
              <a:t>OF_Tmax = 0.011974</a:t>
            </a:r>
          </a:p>
          <a:p>
            <a:pPr/>
            <a:r>
              <a:t>OF_X_Tmax = 0.338674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494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