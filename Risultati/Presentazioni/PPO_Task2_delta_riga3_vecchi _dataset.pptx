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0.02461</a:t>
            </a:r>
          </a:p>
          <a:p>
            <a:pPr/>
            <a:r>
              <a:t>DOF attivi modificati:</a:t>
            </a:r>
          </a:p>
          <a:p>
            <a:pPr lvl="1"/>
            <a:r>
              <a:t>DOF_PITCH da 0.0883567316 a 0.088</a:t>
            </a:r>
          </a:p>
          <a:p>
            <a:pPr lvl="1"/>
            <a:r>
              <a:t>DOF_BETA1 da 18.28125 a 18.281</a:t>
            </a:r>
          </a:p>
          <a:p>
            <a:pPr lvl="1"/>
            <a:r>
              <a:t>DOF_BETA2 da -66.01562 a -66.016</a:t>
            </a:r>
          </a:p>
          <a:p>
            <a:pPr lvl="1"/>
            <a:r>
              <a:t>DOF_W1 da 0.19375 a 0.194</a:t>
            </a:r>
          </a:p>
          <a:p>
            <a:pPr lvl="1"/>
            <a:r>
              <a:t>DOF_W2 da 0.2734375 a 0.273</a:t>
            </a:r>
          </a:p>
          <a:p>
            <a:pPr lvl="1"/>
            <a:r>
              <a:t>DOF_TMOVXU da 0.01132812 a 0.011</a:t>
            </a:r>
          </a:p>
          <a:p>
            <a:pPr lvl="1"/>
            <a:r>
              <a:t>DOF_TMOVXL da -0.1417969 a -0.142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[0.08425381393, 0.1401921907]</a:t>
            </a:r>
          </a:p>
          <a:p>
            <a:r>
              <a:t>DOF_BETA1 = [0.03417969, 19.96643]</a:t>
            </a:r>
          </a:p>
          <a:p>
            <a:r>
              <a:t>DOF_BETA2 = [-69.99573, -60.12146]</a:t>
            </a:r>
          </a:p>
          <a:p>
            <a:r>
              <a:t>DOF_W1 = [0.0001708984, 0.7446777]</a:t>
            </a:r>
          </a:p>
          <a:p>
            <a:r>
              <a:t>DOF_W2 = [0.0007019043, 0.9987183]</a:t>
            </a:r>
          </a:p>
          <a:p>
            <a:r>
              <a:t>DOF_TMOVXU = [-0.1489105, 0.1993591]</a:t>
            </a:r>
          </a:p>
          <a:p>
            <a:r>
              <a:t>DOF_TMOVXL = [-0.1498932, 0.1998077]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 Training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75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- 1</a:t>
            </a:r>
          </a:p>
        </p:txBody>
      </p:sp>
      <p:pic>
        <p:nvPicPr>
          <p:cNvPr id="3" name="Picture 2" descr="plot_dof_evolu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915147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Actor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6294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0.114755 da 0.088357</a:t>
            </a:r>
          </a:p>
          <a:p>
            <a:pPr/>
            <a:r>
              <a:t>DOF_BETA1 (*) = 19.966431 da 18.281250</a:t>
            </a:r>
          </a:p>
          <a:p>
            <a:pPr/>
            <a:r>
              <a:t>DOF_BETA2 (*) = -68.591286 da -66.015617</a:t>
            </a:r>
          </a:p>
          <a:p>
            <a:pPr/>
            <a:r>
              <a:t>DOF_W1 (*) = 0.133473 da 0.193750</a:t>
            </a:r>
          </a:p>
          <a:p>
            <a:pPr/>
            <a:r>
              <a:t>DOF_W2 (*) = 0.359235 da 0.273438</a:t>
            </a:r>
          </a:p>
          <a:p>
            <a:pPr/>
            <a:r>
              <a:t>DOF_TMOVXU (*) = -0.000869 da 0.011328</a:t>
            </a:r>
          </a:p>
          <a:p>
            <a:pPr/>
            <a:r>
              <a:t>DOF_TMOVXL (*) = -0.077948 da -0.141797</a:t>
            </a:r>
          </a:p>
          <a:p>
            <a:pPr/>
            <a:r>
              <a:t>Deflessione (ε) = 71.224°</a:t>
            </a:r>
          </a:p>
          <a:p>
            <a:pPr/>
            <a:r>
              <a:t>Curvatura camber (θ) = 88.558°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-61.223808 da -61.117001</a:t>
            </a:r>
          </a:p>
          <a:p>
            <a:pPr/>
            <a:r>
              <a:t>OF_Cpt = 0.023441 da 0.026360</a:t>
            </a:r>
          </a:p>
          <a:p>
            <a:pPr/>
            <a:r>
              <a:t>OF_CSI = 0.021964 da 0.024610</a:t>
            </a:r>
          </a:p>
          <a:p>
            <a:pPr/>
            <a:r>
              <a:t>OF_phi = 0.608830 da 0.611082</a:t>
            </a:r>
          </a:p>
          <a:p>
            <a:pPr/>
            <a:r>
              <a:t>OF_psi = 1.213733 da 1.215501</a:t>
            </a:r>
          </a:p>
          <a:p>
            <a:pPr/>
            <a:r>
              <a:t>OF_Zwi = 1.052549 da 0.821991</a:t>
            </a:r>
          </a:p>
          <a:p>
            <a:pPr/>
            <a:r>
              <a:t>OF_Zwc = 1.005709 da 0.785634</a:t>
            </a:r>
          </a:p>
          <a:p>
            <a:pPr/>
            <a:r>
              <a:t>OF_DFss_mis = 1.290479 da 1.191800</a:t>
            </a:r>
          </a:p>
          <a:p>
            <a:pPr/>
            <a:r>
              <a:t>OF_DFss_cp = 0.938802 da 0.957700</a:t>
            </a:r>
          </a:p>
          <a:p>
            <a:pPr/>
            <a:r>
              <a:t>OF_Mis_peak = 0.485925 da 0.465100</a:t>
            </a:r>
          </a:p>
          <a:p>
            <a:pPr/>
            <a:r>
              <a:t>OF_s_peak = 0.626673 da 0.705900</a:t>
            </a:r>
          </a:p>
          <a:p>
            <a:pPr/>
            <a:r>
              <a:t>OF_s_diff_dim = 0.055903 da 0.042110</a:t>
            </a:r>
          </a:p>
          <a:p>
            <a:pPr/>
            <a:r>
              <a:t>OF_s_tot_SS = 0.149778 da 0.143200</a:t>
            </a:r>
          </a:p>
          <a:p>
            <a:pPr/>
            <a:r>
              <a:t>OF_Tmax = 0.012283 da 0.012120</a:t>
            </a:r>
          </a:p>
          <a:p>
            <a:pPr/>
            <a:r>
              <a:t>OF_X_Tmax = 0.222839 da 0.213500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