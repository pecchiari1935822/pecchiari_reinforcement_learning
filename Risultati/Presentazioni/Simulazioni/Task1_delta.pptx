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1 - Run Casuale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Partenza da profilo completamente casuale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Tipo = Casuale (No Dataset)</a:t>
            </a:r>
          </a:p>
          <a:p>
            <a:pPr/>
            <a:r>
              <a:t>Episode Length = 60</a:t>
            </a:r>
          </a:p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Learning Rate = 3e-05</a:t>
            </a:r>
          </a:p>
          <a:p>
            <a:pPr/>
            <a:r>
              <a:t>Best CSI trovato = 0.017121</a:t>
            </a:r>
          </a:p>
          <a:p>
            <a:pPr/>
            <a:r>
              <a:t>DOF attivi modificati:</a:t>
            </a:r>
          </a:p>
          <a:p>
            <a:pPr lvl="1"/>
            <a:r>
              <a:t>DOF_PITCH</a:t>
            </a:r>
          </a:p>
          <a:p>
            <a:pPr lvl="1"/>
            <a:r>
              <a:t>DOF_BETA1</a:t>
            </a:r>
          </a:p>
          <a:p>
            <a:pPr lvl="1"/>
            <a:r>
              <a:t>DOF_BETA2</a:t>
            </a:r>
          </a:p>
          <a:p>
            <a:pPr lvl="1"/>
            <a:r>
              <a:t>DOF_W1</a:t>
            </a:r>
          </a:p>
          <a:p>
            <a:pPr lvl="1"/>
            <a:r>
              <a:t>DOF_W2</a:t>
            </a:r>
          </a:p>
          <a:p>
            <a:pPr lvl="1"/>
            <a:r>
              <a:t>DOF_TMOVXU</a:t>
            </a:r>
          </a:p>
          <a:p>
            <a:pPr lvl="1"/>
            <a:r>
              <a:t>DOF_TMOVXL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0.137200</a:t>
            </a:r>
          </a:p>
          <a:p>
            <a:pPr/>
            <a:r>
              <a:t>DOF_BETA1 (*) = 19.966000</a:t>
            </a:r>
          </a:p>
          <a:p>
            <a:pPr/>
            <a:r>
              <a:t>DOF_BETA2 (*) = -61.820450</a:t>
            </a:r>
          </a:p>
          <a:p>
            <a:pPr/>
            <a:r>
              <a:t>DOF_W1 (*) = 0.654069</a:t>
            </a:r>
          </a:p>
          <a:p>
            <a:pPr/>
            <a:r>
              <a:t>DOF_W2 (*) = 0.040958</a:t>
            </a:r>
          </a:p>
          <a:p>
            <a:pPr/>
            <a:r>
              <a:t>DOF_TMOVXU (*) = -0.054513</a:t>
            </a:r>
          </a:p>
          <a:p>
            <a:pPr/>
            <a:r>
              <a:t>DOF_TMOVXL (*) = 0.200000</a:t>
            </a:r>
          </a:p>
          <a:p>
            <a:pPr/>
            <a:r>
              <a:t>ALPHA_0 = 10.000°</a:t>
            </a:r>
          </a:p>
          <a:p>
            <a:pPr/>
            <a:r>
              <a:t>Deflessione (ε) = 57.257°</a:t>
            </a:r>
          </a:p>
          <a:p>
            <a:pPr/>
            <a:r>
              <a:t>Curvatura camber (θ) = 81.786°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-47.257423</a:t>
            </a:r>
          </a:p>
          <a:p>
            <a:pPr/>
            <a:r>
              <a:t>OF_Cpt = 0.017637</a:t>
            </a:r>
          </a:p>
          <a:p>
            <a:pPr/>
            <a:r>
              <a:t>OF_CSI = 0.017121</a:t>
            </a:r>
          </a:p>
          <a:p>
            <a:pPr/>
            <a:r>
              <a:t>OF_phi = 0.988225</a:t>
            </a:r>
          </a:p>
          <a:p>
            <a:pPr/>
            <a:r>
              <a:t>OF_psi = 1.349226</a:t>
            </a:r>
          </a:p>
          <a:p>
            <a:pPr/>
            <a:r>
              <a:t>OF_Zwi = 1.700164</a:t>
            </a:r>
          </a:p>
          <a:p>
            <a:pPr/>
            <a:r>
              <a:t>OF_Zwc = 1.661896</a:t>
            </a:r>
          </a:p>
          <a:p>
            <a:pPr/>
            <a:r>
              <a:t>OF_DFss_mis = 1.566369</a:t>
            </a:r>
          </a:p>
          <a:p>
            <a:pPr/>
            <a:r>
              <a:t>OF_DFss_cp = 0.875743</a:t>
            </a:r>
          </a:p>
          <a:p>
            <a:pPr/>
            <a:r>
              <a:t>OF_Mis_peak = 0.574078</a:t>
            </a:r>
          </a:p>
          <a:p>
            <a:pPr/>
            <a:r>
              <a:t>OF_s_peak = 0.426067</a:t>
            </a:r>
          </a:p>
          <a:p>
            <a:pPr/>
            <a:r>
              <a:t>OF_s_diff_dim = 0.082590</a:t>
            </a:r>
          </a:p>
          <a:p>
            <a:pPr/>
            <a:r>
              <a:t>OF_s_tot_SS = 0.129801</a:t>
            </a:r>
          </a:p>
          <a:p>
            <a:pPr/>
            <a:r>
              <a:t>OF_Tmax = 0.012029</a:t>
            </a:r>
          </a:p>
          <a:p>
            <a:pPr/>
            <a:r>
              <a:t>OF_X_Tmax = 0.314294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891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