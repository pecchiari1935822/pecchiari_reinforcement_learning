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1 - Run Casuale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Partenza da profilo completamente casuale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Tipo = Casuale (No Dataset)</a:t>
            </a:r>
          </a:p>
          <a:p>
            <a:pPr/>
            <a:r>
              <a:t>Episode Length = 60</a:t>
            </a:r>
          </a:p>
          <a:p>
            <a:pPr/>
            <a:r>
              <a:t>N steps = 200</a:t>
            </a:r>
          </a:p>
          <a:p>
            <a:pPr/>
            <a:r>
              <a:t>Batch size = 64</a:t>
            </a:r>
          </a:p>
          <a:p>
            <a:pPr/>
            <a:r>
              <a:t>Learning Rate = 3e-05</a:t>
            </a:r>
          </a:p>
          <a:p>
            <a:pPr/>
            <a:r>
              <a:t>Best CSI trovato = 0.024293</a:t>
            </a:r>
          </a:p>
          <a:p>
            <a:pPr/>
            <a:r>
              <a:t>DOF attivi modificati:</a:t>
            </a:r>
          </a:p>
          <a:p>
            <a:pPr lvl="1"/>
            <a:r>
              <a:t>DOF_PITCH</a:t>
            </a:r>
          </a:p>
          <a:p>
            <a:pPr lvl="1"/>
            <a:r>
              <a:t>DOF_BETA1</a:t>
            </a:r>
          </a:p>
          <a:p>
            <a:pPr lvl="1"/>
            <a:r>
              <a:t>DOF_BETA2</a:t>
            </a:r>
          </a:p>
          <a:p>
            <a:pPr lvl="1"/>
            <a:r>
              <a:t>DOF_W1</a:t>
            </a:r>
          </a:p>
          <a:p>
            <a:pPr lvl="1"/>
            <a:r>
              <a:t>DOF_W2</a:t>
            </a:r>
          </a:p>
          <a:p>
            <a:pPr lvl="1"/>
            <a:r>
              <a:t>DOF_TMOVXU</a:t>
            </a:r>
          </a:p>
          <a:p>
            <a:pPr lvl="1"/>
            <a:r>
              <a:t>DOF_TMOVXL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0845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7656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0.103060</a:t>
            </a:r>
          </a:p>
          <a:p>
            <a:pPr/>
            <a:r>
              <a:t>DOF_BETA1 (*) = 17.961756</a:t>
            </a:r>
          </a:p>
          <a:p>
            <a:pPr/>
            <a:r>
              <a:t>DOF_BETA2 (*) = -69.996002</a:t>
            </a:r>
          </a:p>
          <a:p>
            <a:pPr/>
            <a:r>
              <a:t>DOF_W1 (*) = 0.000000</a:t>
            </a:r>
          </a:p>
          <a:p>
            <a:pPr/>
            <a:r>
              <a:t>DOF_W2 (*) = 0.001000</a:t>
            </a:r>
          </a:p>
          <a:p>
            <a:pPr/>
            <a:r>
              <a:t>DOF_TMOVXU (*) = 0.199000</a:t>
            </a:r>
          </a:p>
          <a:p>
            <a:pPr/>
            <a:r>
              <a:t>DOF_TMOVXL (*) = -0.150000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-68.190613</a:t>
            </a:r>
          </a:p>
          <a:p>
            <a:pPr/>
            <a:r>
              <a:t>OF_Cpt = 0.025982</a:t>
            </a:r>
          </a:p>
          <a:p>
            <a:pPr/>
            <a:r>
              <a:t>OF_CSI = 0.024293</a:t>
            </a:r>
          </a:p>
          <a:p>
            <a:pPr/>
            <a:r>
              <a:t>OF_phi = 0.422104</a:t>
            </a:r>
          </a:p>
          <a:p>
            <a:pPr/>
            <a:r>
              <a:t>OF_psi = 1.149143</a:t>
            </a:r>
          </a:p>
          <a:p>
            <a:pPr/>
            <a:r>
              <a:t>OF_Zwi = 0.766618</a:t>
            </a:r>
          </a:p>
          <a:p>
            <a:pPr/>
            <a:r>
              <a:t>OF_Zwc = 0.739487</a:t>
            </a:r>
          </a:p>
          <a:p>
            <a:pPr/>
            <a:r>
              <a:t>OF_DFss_mis = 1.268361</a:t>
            </a:r>
          </a:p>
          <a:p>
            <a:pPr/>
            <a:r>
              <a:t>OF_DFss_cp = 0.943168</a:t>
            </a:r>
          </a:p>
          <a:p>
            <a:pPr/>
            <a:r>
              <a:t>OF_Mis_peak = 0.477313</a:t>
            </a:r>
          </a:p>
          <a:p>
            <a:pPr/>
            <a:r>
              <a:t>OF_s_peak = 0.567008</a:t>
            </a:r>
          </a:p>
          <a:p>
            <a:pPr/>
            <a:r>
              <a:t>OF_s_diff_dim = 0.069791</a:t>
            </a:r>
          </a:p>
          <a:p>
            <a:pPr/>
            <a:r>
              <a:t>OF_s_tot_SS = 0.160613</a:t>
            </a:r>
          </a:p>
          <a:p>
            <a:pPr/>
            <a:r>
              <a:t>OF_Tmax = 0.011728</a:t>
            </a:r>
          </a:p>
          <a:p>
            <a:pPr/>
            <a:r>
              <a:t>OF_X_Tmax = 0.302994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824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6003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468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Tipo = Casuale (No Dataset)</a:t>
            </a:r>
          </a:p>
          <a:p>
            <a:pPr/>
            <a:r>
              <a:t>Episode Length = 60</a:t>
            </a:r>
          </a:p>
          <a:p>
            <a:pPr/>
            <a:r>
              <a:t>N steps = 1024</a:t>
            </a:r>
          </a:p>
          <a:p>
            <a:pPr/>
            <a:r>
              <a:t>Batch size = 64</a:t>
            </a:r>
          </a:p>
          <a:p>
            <a:pPr/>
            <a:r>
              <a:t>Learning Rate = 3e-05</a:t>
            </a:r>
          </a:p>
          <a:p>
            <a:pPr/>
            <a:r>
              <a:t>Best CSI trovato = 0.024173</a:t>
            </a:r>
          </a:p>
          <a:p>
            <a:pPr/>
            <a:r>
              <a:t>DOF attivi modificati:</a:t>
            </a:r>
          </a:p>
          <a:p>
            <a:pPr lvl="1"/>
            <a:r>
              <a:t>DOF_PITCH</a:t>
            </a:r>
          </a:p>
          <a:p>
            <a:pPr lvl="1"/>
            <a:r>
              <a:t>DOF_BETA1</a:t>
            </a:r>
          </a:p>
          <a:p>
            <a:pPr lvl="1"/>
            <a:r>
              <a:t>DOF_BETA2</a:t>
            </a:r>
          </a:p>
          <a:p>
            <a:pPr lvl="1"/>
            <a:r>
              <a:t>DOF_W1</a:t>
            </a:r>
          </a:p>
          <a:p>
            <a:pPr lvl="1"/>
            <a:r>
              <a:t>DOF_W2</a:t>
            </a:r>
          </a:p>
          <a:p>
            <a:pPr lvl="1"/>
            <a:r>
              <a:t>DOF_TMOVXU</a:t>
            </a:r>
          </a:p>
          <a:p>
            <a:pPr lvl="1"/>
            <a:r>
              <a:t>DOF_TMOVXL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2655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0845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7656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0.133449</a:t>
            </a:r>
          </a:p>
          <a:p>
            <a:pPr/>
            <a:r>
              <a:t>DOF_BETA1 (*) = 19.966000</a:t>
            </a:r>
          </a:p>
          <a:p>
            <a:pPr/>
            <a:r>
              <a:t>DOF_BETA2 (*) = -69.996002</a:t>
            </a:r>
          </a:p>
          <a:p>
            <a:pPr/>
            <a:r>
              <a:t>DOF_W1 (*) = 0.000000</a:t>
            </a:r>
          </a:p>
          <a:p>
            <a:pPr/>
            <a:r>
              <a:t>DOF_W2 (*) = 0.999000</a:t>
            </a:r>
          </a:p>
          <a:p>
            <a:pPr/>
            <a:r>
              <a:t>DOF_TMOVXU (*) = 0.199000</a:t>
            </a:r>
          </a:p>
          <a:p>
            <a:pPr/>
            <a:r>
              <a:t>DOF_TMOVXL (*) = -0.150000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-68.686890</a:t>
            </a:r>
          </a:p>
          <a:p>
            <a:pPr/>
            <a:r>
              <a:t>OF_Cpt = 0.025882</a:t>
            </a:r>
          </a:p>
          <a:p>
            <a:pPr/>
            <a:r>
              <a:t>OF_CSI = 0.024173</a:t>
            </a:r>
          </a:p>
          <a:p>
            <a:pPr/>
            <a:r>
              <a:t>OF_phi = 0.409957</a:t>
            </a:r>
          </a:p>
          <a:p>
            <a:pPr/>
            <a:r>
              <a:t>OF_psi = 1.144071</a:t>
            </a:r>
          </a:p>
          <a:p>
            <a:pPr/>
            <a:r>
              <a:t>OF_Zwi = 1.007051</a:t>
            </a:r>
          </a:p>
          <a:p>
            <a:pPr/>
            <a:r>
              <a:t>OF_Zwc = 0.960063</a:t>
            </a:r>
          </a:p>
          <a:p>
            <a:pPr/>
            <a:r>
              <a:t>OF_DFss_mis = 1.291788</a:t>
            </a:r>
          </a:p>
          <a:p>
            <a:pPr/>
            <a:r>
              <a:t>OF_DFss_cp = 0.937794</a:t>
            </a:r>
          </a:p>
          <a:p>
            <a:pPr/>
            <a:r>
              <a:t>OF_Mis_peak = 0.485517</a:t>
            </a:r>
          </a:p>
          <a:p>
            <a:pPr/>
            <a:r>
              <a:t>OF_s_peak = 0.437716</a:t>
            </a:r>
          </a:p>
          <a:p>
            <a:pPr/>
            <a:r>
              <a:t>OF_s_diff_dim = 0.096997</a:t>
            </a:r>
          </a:p>
          <a:p>
            <a:pPr/>
            <a:r>
              <a:t>OF_s_tot_SS = 0.176540</a:t>
            </a:r>
          </a:p>
          <a:p>
            <a:pPr/>
            <a:r>
              <a:t>OF_Tmax = 0.011698</a:t>
            </a:r>
          </a:p>
          <a:p>
            <a:pPr/>
            <a:r>
              <a:t>OF_X_Tmax = 0.284198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824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6003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4686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