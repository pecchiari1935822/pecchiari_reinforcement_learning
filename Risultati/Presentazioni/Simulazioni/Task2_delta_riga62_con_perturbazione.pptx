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33" autoAdjust="0"/>
  </p:normalViewPr>
  <p:slideViewPr>
    <p:cSldViewPr snapToGrid="0">
      <p:cViewPr varScale="1">
        <p:scale>
          <a:sx n="74" d="100"/>
          <a:sy n="74" d="100"/>
        </p:scale>
        <p:origin x="104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27/05/2026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Ottimizzazione Riga Dataset: 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Analisi pitch e beta1 e beta2 e w1 e w2 e tmovxu e tmovxl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N steps = 200</a:t>
            </a:r>
          </a:p>
          <a:p>
            <a:r>
              <a:t>Episode Length = 20</a:t>
            </a:r>
          </a:p>
          <a:p>
            <a:r>
              <a:t>Batch size = 64</a:t>
            </a:r>
          </a:p>
          <a:p>
            <a:r>
              <a:t>CSI Originale = 0.02585</a:t>
            </a:r>
          </a:p>
          <a:p>
            <a:r>
              <a:t>DOF attivi modificati:</a:t>
            </a:r>
          </a:p>
          <a:p>
            <a:pPr lvl="1"/>
            <a:r>
              <a:t>DOF_PITCH da 0.1197440731 a 0.084</a:t>
            </a:r>
          </a:p>
          <a:p>
            <a:pPr lvl="1"/>
            <a:r>
              <a:t>DOF_BETA1 da 12.31445 a 0.034</a:t>
            </a:r>
          </a:p>
          <a:p>
            <a:pPr lvl="1"/>
            <a:r>
              <a:t>DOF_BETA2 da -67.94434 a -60.121</a:t>
            </a:r>
          </a:p>
          <a:p>
            <a:pPr lvl="1"/>
            <a:r>
              <a:t>DOF_W1 da 0.05507813 a 0.745</a:t>
            </a:r>
          </a:p>
          <a:p>
            <a:pPr lvl="1"/>
            <a:r>
              <a:t>DOF_W2 da 0.8823242 a 0.001</a:t>
            </a:r>
          </a:p>
          <a:p>
            <a:pPr lvl="1"/>
            <a:r>
              <a:t>DOF_TMOVXU da 0.1820557 a -0.149</a:t>
            </a:r>
          </a:p>
          <a:p>
            <a:pPr lvl="1"/>
            <a:r>
              <a:t>DOF_TMOVXL da 0.03029785 a -0.150</a:t>
            </a:r>
          </a:p>
          <a:p>
            <a:r>
              <a:t>CSI profilo modificato =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  <a:p>
            <a:r>
              <a:t>Limiti operativi (DOF Bounds):</a:t>
            </a:r>
          </a:p>
          <a:p>
            <a:r>
              <a:t>DOF_PITCH = [0.084, 0.14]</a:t>
            </a:r>
          </a:p>
          <a:p>
            <a:r>
              <a:t>DOF_BETA1 = [0.034, 19.966]</a:t>
            </a:r>
          </a:p>
          <a:p>
            <a:r>
              <a:t>DOF_BETA2 = [-69.996, -60.121]</a:t>
            </a:r>
          </a:p>
          <a:p>
            <a:r>
              <a:t>DOF_W1 = [0.0, 0.745]</a:t>
            </a:r>
          </a:p>
          <a:p>
            <a:r>
              <a:t>DOF_W2 = [0.001, 0.999]</a:t>
            </a:r>
          </a:p>
          <a:p>
            <a:r>
              <a:t>DOF_TMOVXU = [-0.149, 0.199]</a:t>
            </a:r>
          </a:p>
          <a:p>
            <a:r>
              <a:t>DOF_TMOVXL = [-0.15, 0.2]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560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3108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_ba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1297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Attore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5376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Critico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730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DOF </a:t>
            </a:r>
            <a:r>
              <a:rPr dirty="0" err="1"/>
              <a:t>Ottimali</a:t>
            </a:r>
            <a:r>
              <a:rPr dirty="0"/>
              <a:t>:</a:t>
            </a:r>
          </a:p>
          <a:p>
            <a:r>
              <a:rPr dirty="0"/>
              <a:t>DOF_PITCH (*) = 0.084000 da 0.119744</a:t>
            </a:r>
          </a:p>
          <a:p>
            <a:r>
              <a:rPr dirty="0"/>
              <a:t>DOF_BETA1 (*) = 10.545251 da 12.314450</a:t>
            </a:r>
          </a:p>
          <a:p>
            <a:r>
              <a:rPr dirty="0"/>
              <a:t>DOF_BETA2 (*) = -69.009209 da -67.944344</a:t>
            </a:r>
          </a:p>
          <a:p>
            <a:r>
              <a:rPr dirty="0"/>
              <a:t>DOF_W1 (*) = 0.229888 da 0.055078</a:t>
            </a:r>
          </a:p>
          <a:p>
            <a:r>
              <a:rPr dirty="0"/>
              <a:t>DOF_W2 (*) = 0.071968 da 0.882324</a:t>
            </a:r>
          </a:p>
          <a:p>
            <a:r>
              <a:rPr dirty="0"/>
              <a:t>DOF_TMOVXU (*) = 0.129829 da 0.182056</a:t>
            </a:r>
          </a:p>
          <a:p>
            <a:r>
              <a:rPr dirty="0"/>
              <a:t>DOF_TMOVXL (*) = -0.098466 da 0.030298</a:t>
            </a:r>
          </a:p>
          <a:p>
            <a:r>
              <a:rPr dirty="0"/>
              <a:t>ALPHA_0 = 10.000°</a:t>
            </a:r>
          </a:p>
          <a:p>
            <a:r>
              <a:rPr dirty="0"/>
              <a:t>ALPHA_1 = 68.016° da 68.489°</a:t>
            </a:r>
          </a:p>
          <a:p>
            <a:r>
              <a:rPr dirty="0"/>
              <a:t>R = 0.319241 da 0.324399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t>OF Risultanti:</a:t>
            </a:r>
          </a:p>
          <a:p>
            <a:r>
              <a:t>OF_alfa_ex = -64.495979 da -65.403999</a:t>
            </a:r>
          </a:p>
          <a:p>
            <a:r>
              <a:t>OF_Cpt = 0.027003 da 0.027680</a:t>
            </a:r>
          </a:p>
          <a:p>
            <a:r>
              <a:t>OF_CSI = 0.025089 da 0.025850</a:t>
            </a:r>
          </a:p>
          <a:p>
            <a:r>
              <a:t>OF_phi = 0.513123 da 0.497942</a:t>
            </a:r>
          </a:p>
          <a:p>
            <a:r>
              <a:t>OF_psi = 1.180564 da 1.175601</a:t>
            </a:r>
          </a:p>
          <a:p>
            <a:r>
              <a:t>OF_Zwi = 0.723192 da 0.982748</a:t>
            </a:r>
          </a:p>
          <a:p>
            <a:r>
              <a:t>OF_Zwc = 0.681822 da 0.939800</a:t>
            </a:r>
          </a:p>
          <a:p>
            <a:r>
              <a:t>OF_DFss_mis = 1.180340 da 1.256500</a:t>
            </a:r>
          </a:p>
          <a:p>
            <a:r>
              <a:t>OF_DFss_cp = 0.959308 da 0.944800</a:t>
            </a:r>
          </a:p>
          <a:p>
            <a:r>
              <a:t>OF_Mis_peak = 0.459702 da 0.479100</a:t>
            </a:r>
          </a:p>
          <a:p>
            <a:r>
              <a:t>OF_s_peak = 0.701840 da 0.526900</a:t>
            </a:r>
          </a:p>
          <a:p>
            <a:r>
              <a:t>OF_s_diff_dim = 0.044275 da 0.077320</a:t>
            </a:r>
          </a:p>
          <a:p>
            <a:r>
              <a:t>OF_s_tot_SS = 0.147251 da 0.163400</a:t>
            </a:r>
          </a:p>
          <a:p>
            <a:r>
              <a:t>OF_Tmax = 0.012033 da 0.012177</a:t>
            </a:r>
          </a:p>
          <a:p>
            <a:r>
              <a:t>OF_X_Tmax = 0.274875 da 0.320540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pic>
        <p:nvPicPr>
          <p:cNvPr id="3" name="Picture 2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358249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pic>
        <p:nvPicPr>
          <p:cNvPr id="3" name="Picture 2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360031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354686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N steps = 1024</a:t>
            </a:r>
          </a:p>
          <a:p>
            <a:r>
              <a:t>Episode Length = 20</a:t>
            </a:r>
          </a:p>
          <a:p>
            <a:r>
              <a:t>Batch size = 64</a:t>
            </a:r>
          </a:p>
          <a:p>
            <a:r>
              <a:t>CSI Originale = 0.02585</a:t>
            </a:r>
          </a:p>
          <a:p>
            <a:r>
              <a:t>DOF attivi modificati:</a:t>
            </a:r>
          </a:p>
          <a:p>
            <a:pPr lvl="1"/>
            <a:r>
              <a:t>DOF_PITCH da 0.1197440731 a 0.084</a:t>
            </a:r>
          </a:p>
          <a:p>
            <a:pPr lvl="1"/>
            <a:r>
              <a:t>DOF_BETA1 da 12.31445 a 0.034</a:t>
            </a:r>
          </a:p>
          <a:p>
            <a:pPr lvl="1"/>
            <a:r>
              <a:t>DOF_BETA2 da -67.94434 a -60.121</a:t>
            </a:r>
          </a:p>
          <a:p>
            <a:pPr lvl="1"/>
            <a:r>
              <a:t>DOF_W1 da 0.05507813 a 0.745</a:t>
            </a:r>
          </a:p>
          <a:p>
            <a:pPr lvl="1"/>
            <a:r>
              <a:t>DOF_W2 da 0.8823242 a 0.001</a:t>
            </a:r>
          </a:p>
          <a:p>
            <a:pPr lvl="1"/>
            <a:r>
              <a:t>DOF_TMOVXU da 0.1820557 a -0.149</a:t>
            </a:r>
          </a:p>
          <a:p>
            <a:pPr lvl="1"/>
            <a:r>
              <a:t>DOF_TMOVXL da 0.03029785 a -0.150</a:t>
            </a:r>
          </a:p>
          <a:p>
            <a:r>
              <a:t>CSI profilo modificato =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  <a:p>
            <a:r>
              <a:t>Limiti operativi (DOF Bounds):</a:t>
            </a:r>
          </a:p>
          <a:p>
            <a:r>
              <a:t>DOF_PITCH = [0.084, 0.14]</a:t>
            </a:r>
          </a:p>
          <a:p>
            <a:r>
              <a:t>DOF_BETA1 = [0.034, 19.966]</a:t>
            </a:r>
          </a:p>
          <a:p>
            <a:r>
              <a:t>DOF_BETA2 = [-69.996, -60.121]</a:t>
            </a:r>
          </a:p>
          <a:p>
            <a:r>
              <a:t>DOF_W1 = [0.0, 0.745]</a:t>
            </a:r>
          </a:p>
          <a:p>
            <a:r>
              <a:t>DOF_W2 = [0.001, 0.999]</a:t>
            </a:r>
          </a:p>
          <a:p>
            <a:r>
              <a:t>DOF_TMOVXU = [-0.149, 0.199]</a:t>
            </a:r>
          </a:p>
          <a:p>
            <a:r>
              <a:t>DOF_TMOVXL = [-0.15, 0.2]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56054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3108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_ba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0845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Attore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5376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Critico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7470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/>
          </a:p>
          <a:p>
            <a:r>
              <a:t>DOF Ottimali:</a:t>
            </a:r>
          </a:p>
          <a:p>
            <a:r>
              <a:t>DOF_PITCH (*) = 0.100804 da 0.119744</a:t>
            </a:r>
          </a:p>
          <a:p>
            <a:r>
              <a:t>DOF_BETA1 (*) = 0.034000 da 12.314450</a:t>
            </a:r>
          </a:p>
          <a:p>
            <a:r>
              <a:t>DOF_BETA2 (*) = -68.674759 da -67.944344</a:t>
            </a:r>
          </a:p>
          <a:p>
            <a:r>
              <a:t>DOF_W1 (*) = 0.108894 da 0.055078</a:t>
            </a:r>
          </a:p>
          <a:p>
            <a:r>
              <a:t>DOF_W2 (*) = 0.013758 da 0.882324</a:t>
            </a:r>
          </a:p>
          <a:p>
            <a:r>
              <a:t>DOF_TMOVXU (*) = 0.057677 da 0.182056</a:t>
            </a:r>
          </a:p>
          <a:p>
            <a:r>
              <a:t>DOF_TMOVXL (*) = -0.150000 da 0.030298</a:t>
            </a:r>
          </a:p>
          <a:p>
            <a:r>
              <a:t>ALPHA_0 = 10.000°</a:t>
            </a:r>
          </a:p>
          <a:p>
            <a:r>
              <a:t>ALPHA_1 = 68.367° da 68.489°</a:t>
            </a:r>
          </a:p>
          <a:p>
            <a:r>
              <a:t>R = 0.323228 da 0.324399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t>OF Risultanti:</a:t>
            </a:r>
          </a:p>
          <a:p>
            <a:r>
              <a:t>OF_alfa_ex = -65.146530 da -65.403999</a:t>
            </a:r>
          </a:p>
          <a:p>
            <a:r>
              <a:t>OF_Cpt = 0.026317 da 0.027680</a:t>
            </a:r>
          </a:p>
          <a:p>
            <a:r>
              <a:t>OF_CSI = 0.024634 da 0.025850</a:t>
            </a:r>
          </a:p>
          <a:p>
            <a:r>
              <a:t>OF_phi = 0.501733 da 0.497942</a:t>
            </a:r>
          </a:p>
          <a:p>
            <a:r>
              <a:t>OF_psi = 1.176607 da 1.175601</a:t>
            </a:r>
          </a:p>
          <a:p>
            <a:r>
              <a:t>OF_Zwi = 0.829918 da 0.982748</a:t>
            </a:r>
          </a:p>
          <a:p>
            <a:r>
              <a:t>OF_Zwc = 0.783540 da 0.939800</a:t>
            </a:r>
          </a:p>
          <a:p>
            <a:r>
              <a:t>OF_DFss_mis = 1.185024 da 1.256500</a:t>
            </a:r>
          </a:p>
          <a:p>
            <a:r>
              <a:t>OF_DFss_cp = 0.960436 da 0.944800</a:t>
            </a:r>
          </a:p>
          <a:p>
            <a:r>
              <a:t>OF_Mis_peak = 0.458566 da 0.479100</a:t>
            </a:r>
          </a:p>
          <a:p>
            <a:r>
              <a:t>OF_s_peak = 0.667122 da 0.526900</a:t>
            </a:r>
          </a:p>
          <a:p>
            <a:r>
              <a:t>OF_s_diff_dim = 0.051321 da 0.077320</a:t>
            </a:r>
          </a:p>
          <a:p>
            <a:r>
              <a:t>OF_s_tot_SS = 0.155636 da 0.163400</a:t>
            </a:r>
          </a:p>
          <a:p>
            <a:r>
              <a:t>OF_Tmax = 0.012043 da 0.012177</a:t>
            </a:r>
          </a:p>
          <a:p>
            <a:r>
              <a:t>OF_X_Tmax = 0.248453 da 0.320540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pic>
        <p:nvPicPr>
          <p:cNvPr id="3" name="Picture 2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358249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pic>
        <p:nvPicPr>
          <p:cNvPr id="3" name="Picture 2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360031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354686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3D9C0-AC99-3A77-1173-4A87A2835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9B8A71-C2CC-5AE6-C697-BCA44974F7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DOF </a:t>
            </a:r>
            <a:r>
              <a:rPr dirty="0" err="1"/>
              <a:t>Ottimali</a:t>
            </a:r>
            <a:r>
              <a:rPr dirty="0"/>
              <a:t>:</a:t>
            </a:r>
            <a:r>
              <a:rPr lang="it-IT" dirty="0"/>
              <a:t> 1024</a:t>
            </a:r>
            <a:endParaRPr dirty="0"/>
          </a:p>
          <a:p>
            <a:r>
              <a:rPr dirty="0"/>
              <a:t>DOF_PITCH (*) = 0.100804 da 0.119744</a:t>
            </a:r>
          </a:p>
          <a:p>
            <a:r>
              <a:rPr dirty="0"/>
              <a:t>DOF_BETA1 (*) = 0.034000 da 12.314450</a:t>
            </a:r>
          </a:p>
          <a:p>
            <a:r>
              <a:rPr dirty="0"/>
              <a:t>DOF_BETA2 (*) = -68.674759 da -67.944344</a:t>
            </a:r>
          </a:p>
          <a:p>
            <a:r>
              <a:rPr dirty="0"/>
              <a:t>DOF_W1 (*) = 0.108894 da 0.055078</a:t>
            </a:r>
          </a:p>
          <a:p>
            <a:r>
              <a:rPr dirty="0"/>
              <a:t>DOF_W2 (*) = 0.013758 da 0.882324</a:t>
            </a:r>
          </a:p>
          <a:p>
            <a:r>
              <a:rPr dirty="0"/>
              <a:t>DOF_TMOVXU (*) = 0.057677 da 0.182056</a:t>
            </a:r>
          </a:p>
          <a:p>
            <a:r>
              <a:rPr dirty="0"/>
              <a:t>DOF_TMOVXL (*) = -0.150000 da 0.030298</a:t>
            </a:r>
          </a:p>
          <a:p>
            <a:r>
              <a:rPr dirty="0"/>
              <a:t>ALPHA_0 = 10.000°</a:t>
            </a:r>
          </a:p>
          <a:p>
            <a:r>
              <a:rPr dirty="0"/>
              <a:t>ALPHA_1 = 68.367° da 68.489°</a:t>
            </a:r>
          </a:p>
          <a:p>
            <a:r>
              <a:rPr dirty="0"/>
              <a:t>R = 0.323228 da 0.324399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C35282-46D5-7661-207B-DFD38B233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C87682C-0AA0-B7B2-BE2E-BDEA5DE2039E}"/>
              </a:ext>
            </a:extLst>
          </p:cNvPr>
          <p:cNvSpPr txBox="1">
            <a:spLocks/>
          </p:cNvSpPr>
          <p:nvPr/>
        </p:nvSpPr>
        <p:spPr>
          <a:xfrm>
            <a:off x="6366166" y="1724025"/>
            <a:ext cx="5181600" cy="4713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>
                    <a:lumMod val="50000"/>
                  </a:schemeClr>
                </a:solidFill>
                <a:latin typeface="Catamaran" panose="020B0604020202020204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Catamaran" panose="020B0604020202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Catamaran" panose="020B0604020202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Catamaran" panose="020B0604020202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Catamaran" panose="020B0604020202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  <a:p>
            <a:r>
              <a:rPr lang="pt-BR" dirty="0"/>
              <a:t>DOF Ottimali:200</a:t>
            </a:r>
          </a:p>
          <a:p>
            <a:r>
              <a:rPr lang="pt-BR" dirty="0"/>
              <a:t>DOF_PITCH (*) = 0.084000 da 0.119744</a:t>
            </a:r>
          </a:p>
          <a:p>
            <a:r>
              <a:rPr lang="pt-BR" dirty="0"/>
              <a:t>DOF_BETA1 (*) = 10.545251 da 12.314450</a:t>
            </a:r>
          </a:p>
          <a:p>
            <a:r>
              <a:rPr lang="pt-BR" dirty="0"/>
              <a:t>DOF_BETA2 (*) = -69.009209 da -67.944344</a:t>
            </a:r>
          </a:p>
          <a:p>
            <a:r>
              <a:rPr lang="pt-BR" dirty="0"/>
              <a:t>DOF_W1 (*) = 0.229888 da 0.055078</a:t>
            </a:r>
          </a:p>
          <a:p>
            <a:r>
              <a:rPr lang="pt-BR" dirty="0"/>
              <a:t>DOF_W2 (*) = 0.071968 da 0.882324</a:t>
            </a:r>
          </a:p>
          <a:p>
            <a:r>
              <a:rPr lang="pt-BR" dirty="0"/>
              <a:t>DOF_TMOVXU (*) = 0.129829 da 0.182056</a:t>
            </a:r>
          </a:p>
          <a:p>
            <a:r>
              <a:rPr lang="pt-BR" dirty="0"/>
              <a:t>DOF_TMOVXL (*) = -0.098466 da 0.030298</a:t>
            </a:r>
          </a:p>
          <a:p>
            <a:r>
              <a:rPr lang="pt-BR" dirty="0"/>
              <a:t>ALPHA_0 = 10.000°</a:t>
            </a:r>
          </a:p>
          <a:p>
            <a:r>
              <a:rPr lang="pt-BR" dirty="0"/>
              <a:t>ALPHA_1 = 68.016° da 68.489°</a:t>
            </a:r>
          </a:p>
          <a:p>
            <a:r>
              <a:rPr lang="pt-BR" dirty="0"/>
              <a:t>R = 0.319241 da 0.324399</a:t>
            </a:r>
          </a:p>
        </p:txBody>
      </p:sp>
    </p:spTree>
    <p:extLst>
      <p:ext uri="{BB962C8B-B14F-4D97-AF65-F5344CB8AC3E}">
        <p14:creationId xmlns:p14="http://schemas.microsoft.com/office/powerpoint/2010/main" val="16017005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3D8C5-6E9D-D197-F4C1-84B867878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DB203-E2AE-1C29-AFEC-3E34D462A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09028" y="1210726"/>
            <a:ext cx="5181600" cy="5725932"/>
          </a:xfrm>
        </p:spPr>
        <p:txBody>
          <a:bodyPr/>
          <a:lstStyle/>
          <a:p>
            <a:r>
              <a:rPr dirty="0"/>
              <a:t>OF </a:t>
            </a:r>
            <a:r>
              <a:rPr dirty="0" err="1"/>
              <a:t>Risultanti</a:t>
            </a:r>
            <a:r>
              <a:rPr dirty="0"/>
              <a:t>:</a:t>
            </a:r>
            <a:r>
              <a:rPr lang="it-IT" dirty="0"/>
              <a:t> 1024</a:t>
            </a:r>
            <a:endParaRPr dirty="0"/>
          </a:p>
          <a:p>
            <a:r>
              <a:rPr dirty="0" err="1"/>
              <a:t>OF_alfa_ex</a:t>
            </a:r>
            <a:r>
              <a:rPr dirty="0"/>
              <a:t> = -65.146530 da -65.403999</a:t>
            </a:r>
          </a:p>
          <a:p>
            <a:r>
              <a:rPr dirty="0" err="1"/>
              <a:t>OF_Cpt</a:t>
            </a:r>
            <a:r>
              <a:rPr dirty="0"/>
              <a:t> = 0.026317 da 0.027680</a:t>
            </a:r>
          </a:p>
          <a:p>
            <a:r>
              <a:rPr dirty="0"/>
              <a:t>OF_CSI = 0.024634 da 0.025850</a:t>
            </a:r>
          </a:p>
          <a:p>
            <a:r>
              <a:rPr dirty="0" err="1"/>
              <a:t>OF_phi</a:t>
            </a:r>
            <a:r>
              <a:rPr dirty="0"/>
              <a:t> = 0.501733 da 0.497942</a:t>
            </a:r>
          </a:p>
          <a:p>
            <a:r>
              <a:rPr dirty="0" err="1"/>
              <a:t>OF_psi</a:t>
            </a:r>
            <a:r>
              <a:rPr dirty="0"/>
              <a:t> = 1.176607 da 1.175601</a:t>
            </a:r>
          </a:p>
          <a:p>
            <a:r>
              <a:rPr dirty="0" err="1"/>
              <a:t>OF_Zwi</a:t>
            </a:r>
            <a:r>
              <a:rPr dirty="0"/>
              <a:t> = 0.829918 da 0.982748</a:t>
            </a:r>
          </a:p>
          <a:p>
            <a:r>
              <a:rPr dirty="0" err="1"/>
              <a:t>OF_Zwc</a:t>
            </a:r>
            <a:r>
              <a:rPr dirty="0"/>
              <a:t> = 0.783540 da 0.939800</a:t>
            </a:r>
          </a:p>
          <a:p>
            <a:r>
              <a:rPr dirty="0" err="1"/>
              <a:t>OF_DFss_mis</a:t>
            </a:r>
            <a:r>
              <a:rPr dirty="0"/>
              <a:t> = 1.185024 da 1.256500</a:t>
            </a:r>
          </a:p>
          <a:p>
            <a:r>
              <a:rPr dirty="0" err="1"/>
              <a:t>OF_DFss_cp</a:t>
            </a:r>
            <a:r>
              <a:rPr dirty="0"/>
              <a:t> = 0.960436 da 0.944800</a:t>
            </a:r>
          </a:p>
          <a:p>
            <a:r>
              <a:rPr dirty="0" err="1"/>
              <a:t>OF_Mis_peak</a:t>
            </a:r>
            <a:r>
              <a:rPr dirty="0"/>
              <a:t> = 0.458566 da 0.479100</a:t>
            </a:r>
          </a:p>
          <a:p>
            <a:r>
              <a:rPr dirty="0" err="1"/>
              <a:t>OF_s_peak</a:t>
            </a:r>
            <a:r>
              <a:rPr dirty="0"/>
              <a:t> = 0.667122 da 0.526900</a:t>
            </a:r>
          </a:p>
          <a:p>
            <a:r>
              <a:rPr dirty="0" err="1"/>
              <a:t>OF_s_diff_dim</a:t>
            </a:r>
            <a:r>
              <a:rPr dirty="0"/>
              <a:t> = 0.051321 da 0.077320</a:t>
            </a:r>
          </a:p>
          <a:p>
            <a:r>
              <a:rPr dirty="0" err="1"/>
              <a:t>OF_s_tot_SS</a:t>
            </a:r>
            <a:r>
              <a:rPr dirty="0"/>
              <a:t> = 0.155636 da 0.163400</a:t>
            </a:r>
          </a:p>
          <a:p>
            <a:r>
              <a:rPr dirty="0" err="1"/>
              <a:t>OF_Tmax</a:t>
            </a:r>
            <a:r>
              <a:rPr dirty="0"/>
              <a:t> = 0.012043 da 0.012177</a:t>
            </a:r>
          </a:p>
          <a:p>
            <a:r>
              <a:rPr dirty="0" err="1"/>
              <a:t>OF_X_Tmax</a:t>
            </a:r>
            <a:r>
              <a:rPr dirty="0"/>
              <a:t> = 0.248453 da 0.320540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FF6625-87EB-669C-0D55-C84CB35B6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4CA368E-6931-F8FA-B5F1-21F7FE14B77F}"/>
              </a:ext>
            </a:extLst>
          </p:cNvPr>
          <p:cNvSpPr txBox="1">
            <a:spLocks/>
          </p:cNvSpPr>
          <p:nvPr/>
        </p:nvSpPr>
        <p:spPr>
          <a:xfrm>
            <a:off x="6366164" y="1132068"/>
            <a:ext cx="5181600" cy="5725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Catamaran" panose="020B0604020202020204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>
                    <a:lumMod val="50000"/>
                  </a:schemeClr>
                </a:solidFill>
                <a:latin typeface="Catamaran" panose="020B0604020202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>
                    <a:lumMod val="50000"/>
                  </a:schemeClr>
                </a:solidFill>
                <a:latin typeface="Catamaran" panose="020B0604020202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>
                    <a:lumMod val="50000"/>
                  </a:schemeClr>
                </a:solidFill>
                <a:latin typeface="Catamaran" panose="020B0604020202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>
                    <a:lumMod val="50000"/>
                  </a:schemeClr>
                </a:solidFill>
                <a:latin typeface="Catamaran" panose="020B0604020202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OF Risultanti: 200</a:t>
            </a:r>
          </a:p>
          <a:p>
            <a:r>
              <a:rPr lang="it-IT" dirty="0" err="1"/>
              <a:t>OF_alfa_ex</a:t>
            </a:r>
            <a:r>
              <a:rPr lang="it-IT" dirty="0"/>
              <a:t> = -64.495979 da -65.403999</a:t>
            </a:r>
          </a:p>
          <a:p>
            <a:r>
              <a:rPr lang="it-IT" dirty="0" err="1"/>
              <a:t>OF_Cpt</a:t>
            </a:r>
            <a:r>
              <a:rPr lang="it-IT" dirty="0"/>
              <a:t> = 0.027003 da 0.027680</a:t>
            </a:r>
          </a:p>
          <a:p>
            <a:r>
              <a:rPr lang="it-IT" dirty="0"/>
              <a:t>OF_CSI = 0.025089 da 0.025850</a:t>
            </a:r>
          </a:p>
          <a:p>
            <a:r>
              <a:rPr lang="it-IT" dirty="0" err="1"/>
              <a:t>OF_phi</a:t>
            </a:r>
            <a:r>
              <a:rPr lang="it-IT" dirty="0"/>
              <a:t> = 0.513123 da 0.497942</a:t>
            </a:r>
          </a:p>
          <a:p>
            <a:r>
              <a:rPr lang="it-IT" dirty="0"/>
              <a:t>OF_psi = 1.180564 da 1.175601</a:t>
            </a:r>
          </a:p>
          <a:p>
            <a:r>
              <a:rPr lang="it-IT" dirty="0" err="1"/>
              <a:t>OF_Zwi</a:t>
            </a:r>
            <a:r>
              <a:rPr lang="it-IT" dirty="0"/>
              <a:t> = 0.723192 da 0.982748</a:t>
            </a:r>
          </a:p>
          <a:p>
            <a:r>
              <a:rPr lang="it-IT" dirty="0" err="1"/>
              <a:t>OF_Zwc</a:t>
            </a:r>
            <a:r>
              <a:rPr lang="it-IT" dirty="0"/>
              <a:t> = 0.681822 da 0.939800</a:t>
            </a:r>
          </a:p>
          <a:p>
            <a:r>
              <a:rPr lang="it-IT" dirty="0" err="1"/>
              <a:t>OF_DFss_mis</a:t>
            </a:r>
            <a:r>
              <a:rPr lang="it-IT" dirty="0"/>
              <a:t> = 1.180340 da 1.256500</a:t>
            </a:r>
          </a:p>
          <a:p>
            <a:r>
              <a:rPr lang="it-IT" dirty="0" err="1"/>
              <a:t>OF_DFss_cp</a:t>
            </a:r>
            <a:r>
              <a:rPr lang="it-IT" dirty="0"/>
              <a:t> = 0.959308 da 0.944800</a:t>
            </a:r>
          </a:p>
          <a:p>
            <a:r>
              <a:rPr lang="it-IT" dirty="0" err="1"/>
              <a:t>OF_Mis_peak</a:t>
            </a:r>
            <a:r>
              <a:rPr lang="it-IT" dirty="0"/>
              <a:t> = 0.459702 da 0.479100</a:t>
            </a:r>
          </a:p>
          <a:p>
            <a:r>
              <a:rPr lang="it-IT" dirty="0" err="1"/>
              <a:t>OF_s_peak</a:t>
            </a:r>
            <a:r>
              <a:rPr lang="it-IT" dirty="0"/>
              <a:t> = 0.701840 da 0.526900</a:t>
            </a:r>
          </a:p>
          <a:p>
            <a:r>
              <a:rPr lang="it-IT" dirty="0" err="1"/>
              <a:t>OF_s_diff_dim</a:t>
            </a:r>
            <a:r>
              <a:rPr lang="it-IT" dirty="0"/>
              <a:t> = 0.044275 da 0.077320</a:t>
            </a:r>
          </a:p>
          <a:p>
            <a:r>
              <a:rPr lang="it-IT" dirty="0" err="1"/>
              <a:t>OF_s_tot_SS</a:t>
            </a:r>
            <a:r>
              <a:rPr lang="it-IT" dirty="0"/>
              <a:t> = 0.147251 da 0.163400</a:t>
            </a:r>
          </a:p>
          <a:p>
            <a:r>
              <a:rPr lang="it-IT" dirty="0" err="1"/>
              <a:t>OF_Tmax</a:t>
            </a:r>
            <a:r>
              <a:rPr lang="it-IT" dirty="0"/>
              <a:t> = 0.012033 da 0.012177</a:t>
            </a:r>
          </a:p>
          <a:p>
            <a:r>
              <a:rPr lang="it-IT" dirty="0" err="1"/>
              <a:t>OF_X_Tmax</a:t>
            </a:r>
            <a:r>
              <a:rPr lang="it-IT" dirty="0"/>
              <a:t> = 0.274875 da 0.320540</a:t>
            </a:r>
          </a:p>
        </p:txBody>
      </p:sp>
    </p:spTree>
    <p:extLst>
      <p:ext uri="{BB962C8B-B14F-4D97-AF65-F5344CB8AC3E}">
        <p14:creationId xmlns:p14="http://schemas.microsoft.com/office/powerpoint/2010/main" val="40818175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6813</TotalTime>
  <Words>1309</Words>
  <Application>Microsoft Office PowerPoint</Application>
  <PresentationFormat>Widescreen</PresentationFormat>
  <Paragraphs>192</Paragraphs>
  <Slides>24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Catamaran</vt:lpstr>
      <vt:lpstr>Tema di Office</vt:lpstr>
      <vt:lpstr>Personalizza struttura</vt:lpstr>
      <vt:lpstr>Ottimizzazione Riga Dataset: 62</vt:lpstr>
      <vt:lpstr>Parametri PPO</vt:lpstr>
      <vt:lpstr>Punto di partenza simulazione con LR = 3e-05</vt:lpstr>
      <vt:lpstr>Risultati</vt:lpstr>
      <vt:lpstr>Andamento Valore Miglior DOF per episodio</vt:lpstr>
      <vt:lpstr>Andamento Valore Miglior DOF per episodio</vt:lpstr>
      <vt:lpstr>Metriche Attore</vt:lpstr>
      <vt:lpstr>Metriche Critico</vt:lpstr>
      <vt:lpstr>Miglior Profilo Ottimizzato</vt:lpstr>
      <vt:lpstr>Smith Diagram Action - Axial exit</vt:lpstr>
      <vt:lpstr>Smith Diagram Action - Total to Total</vt:lpstr>
      <vt:lpstr>Smith Diagram Reaction - Total to Total</vt:lpstr>
      <vt:lpstr>Punto di partenza simulazione con LR = 3e-05</vt:lpstr>
      <vt:lpstr>Risultati</vt:lpstr>
      <vt:lpstr>Andamento Valore Miglior DOF per episodio</vt:lpstr>
      <vt:lpstr>Andamento Valore Miglior DOF per episodio</vt:lpstr>
      <vt:lpstr>Metriche Attore</vt:lpstr>
      <vt:lpstr>Metriche Critico</vt:lpstr>
      <vt:lpstr>Miglior Profilo Ottimizzato</vt:lpstr>
      <vt:lpstr>Smith Diagram Action - Axial exit</vt:lpstr>
      <vt:lpstr>Smith Diagram Action - Total to Total</vt:lpstr>
      <vt:lpstr>Smith Diagram Reaction - Total to Total</vt:lpstr>
      <vt:lpstr>Miglior Profilo Ottimizzato</vt:lpstr>
      <vt:lpstr>Miglior Profilo Ottimizzato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15</cp:revision>
  <dcterms:created xsi:type="dcterms:W3CDTF">2026-04-15T17:56:24Z</dcterms:created>
  <dcterms:modified xsi:type="dcterms:W3CDTF">2026-05-27T11:39:13Z</dcterms:modified>
</cp:coreProperties>
</file>