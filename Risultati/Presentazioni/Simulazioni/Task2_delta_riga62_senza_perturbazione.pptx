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N steps = 200</a:t>
            </a:r>
          </a:p>
          <a:p>
            <a:r>
              <a:t>Episode Length = 20</a:t>
            </a:r>
          </a:p>
          <a:p>
            <a:r>
              <a:t>Batch size = 64</a:t>
            </a:r>
          </a:p>
          <a:p>
            <a:r>
              <a:t>CSI Originale = 0.02585</a:t>
            </a:r>
          </a:p>
          <a:p>
            <a:r>
              <a:t>DOF attivi modificati:</a:t>
            </a:r>
          </a:p>
          <a:p>
            <a:pPr lvl="1"/>
            <a:r>
              <a:t>DOF_PITCH da 0.1197440731 a 0.120</a:t>
            </a:r>
          </a:p>
          <a:p>
            <a:pPr lvl="1"/>
            <a:r>
              <a:t>DOF_BETA1 da 12.31445 a 12.314</a:t>
            </a:r>
          </a:p>
          <a:p>
            <a:pPr lvl="1"/>
            <a:r>
              <a:t>DOF_BETA2 da -67.94434 a -67.944</a:t>
            </a:r>
          </a:p>
          <a:p>
            <a:pPr lvl="1"/>
            <a:r>
              <a:t>DOF_W1 da 0.05507813 a 0.055</a:t>
            </a:r>
          </a:p>
          <a:p>
            <a:pPr lvl="1"/>
            <a:r>
              <a:t>DOF_W2 da 0.8823242 a 0.882</a:t>
            </a:r>
          </a:p>
          <a:p>
            <a:pPr lvl="1"/>
            <a:r>
              <a:t>DOF_TMOVXU da 0.1820557 a 0.182</a:t>
            </a:r>
          </a:p>
          <a:p>
            <a:pPr lvl="1"/>
            <a:r>
              <a:t>DOF_TMOVXL da 0.03029785 a 0.030</a:t>
            </a:r>
          </a:p>
          <a:p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  <a:p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DOF </a:t>
            </a:r>
            <a:r>
              <a:rPr dirty="0" err="1"/>
              <a:t>Ottimali</a:t>
            </a:r>
            <a:r>
              <a:rPr dirty="0"/>
              <a:t>:</a:t>
            </a:r>
          </a:p>
          <a:p>
            <a:r>
              <a:rPr dirty="0"/>
              <a:t>DOF_PITCH (*) = 0.133135 da 0.119744</a:t>
            </a:r>
          </a:p>
          <a:p>
            <a:r>
              <a:rPr dirty="0"/>
              <a:t>DOF_BETA1 (*) = 19.966000 da 12.314450</a:t>
            </a:r>
          </a:p>
          <a:p>
            <a:r>
              <a:rPr dirty="0"/>
              <a:t>DOF_BETA2 (*) = -69.996002 da -67.944344</a:t>
            </a:r>
          </a:p>
          <a:p>
            <a:r>
              <a:rPr dirty="0"/>
              <a:t>DOF_W1 (*) = 0.000838 da 0.055078</a:t>
            </a:r>
          </a:p>
          <a:p>
            <a:r>
              <a:rPr dirty="0"/>
              <a:t>DOF_W2 (*) = 0.059413 da 0.882324</a:t>
            </a:r>
          </a:p>
          <a:p>
            <a:r>
              <a:rPr dirty="0"/>
              <a:t>DOF_TMOVXU (*) = 0.179237 da 0.182056</a:t>
            </a:r>
          </a:p>
          <a:p>
            <a:r>
              <a:rPr dirty="0"/>
              <a:t>DOF_TMOVXL (*) = -0.083695 da 0.030298</a:t>
            </a:r>
          </a:p>
          <a:p>
            <a:r>
              <a:rPr dirty="0"/>
              <a:t>ALPHA_0 = 10.000°</a:t>
            </a:r>
          </a:p>
          <a:p>
            <a:r>
              <a:rPr dirty="0"/>
              <a:t>ALPHA_1 = 67.746° da 68.489°</a:t>
            </a:r>
          </a:p>
          <a:p>
            <a:r>
              <a:rPr dirty="0"/>
              <a:t>R = 0.315500 da 0.324399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dirty="0"/>
              <a:t>OF </a:t>
            </a:r>
            <a:r>
              <a:rPr dirty="0" err="1"/>
              <a:t>Risultanti</a:t>
            </a:r>
            <a:r>
              <a:rPr dirty="0"/>
              <a:t>:</a:t>
            </a:r>
          </a:p>
          <a:p>
            <a:r>
              <a:rPr dirty="0" err="1"/>
              <a:t>OF_alfa_ex</a:t>
            </a:r>
            <a:r>
              <a:rPr dirty="0"/>
              <a:t> = -64.346054 da -65.403999</a:t>
            </a:r>
          </a:p>
          <a:p>
            <a:r>
              <a:rPr dirty="0" err="1"/>
              <a:t>OF_Cpt</a:t>
            </a:r>
            <a:r>
              <a:rPr dirty="0"/>
              <a:t> = 0.022886 da 0.027680</a:t>
            </a:r>
          </a:p>
          <a:p>
            <a:r>
              <a:rPr dirty="0"/>
              <a:t>OF_CSI = 0.021239 da 0.025850</a:t>
            </a:r>
          </a:p>
          <a:p>
            <a:r>
              <a:rPr dirty="0" err="1"/>
              <a:t>OF_phi</a:t>
            </a:r>
            <a:r>
              <a:rPr dirty="0"/>
              <a:t> = 0.522488 da 0.497942</a:t>
            </a:r>
          </a:p>
          <a:p>
            <a:r>
              <a:rPr dirty="0" err="1"/>
              <a:t>OF_psi</a:t>
            </a:r>
            <a:r>
              <a:rPr dirty="0"/>
              <a:t> = 1.184743 da 1.175601</a:t>
            </a:r>
          </a:p>
          <a:p>
            <a:r>
              <a:rPr dirty="0" err="1"/>
              <a:t>OF_Zwi</a:t>
            </a:r>
            <a:r>
              <a:rPr dirty="0"/>
              <a:t> = 1.137695 da 0.982748</a:t>
            </a:r>
          </a:p>
          <a:p>
            <a:r>
              <a:rPr dirty="0" err="1"/>
              <a:t>OF_Zwc</a:t>
            </a:r>
            <a:r>
              <a:rPr dirty="0"/>
              <a:t> = 1.095667 da 0.939800</a:t>
            </a:r>
          </a:p>
          <a:p>
            <a:r>
              <a:rPr dirty="0" err="1"/>
              <a:t>OF_DFss_mis</a:t>
            </a:r>
            <a:r>
              <a:rPr dirty="0"/>
              <a:t> = 1.430596 da 1.256500</a:t>
            </a:r>
          </a:p>
          <a:p>
            <a:r>
              <a:rPr dirty="0" err="1"/>
              <a:t>OF_DFss_cp</a:t>
            </a:r>
            <a:r>
              <a:rPr dirty="0"/>
              <a:t> = 0.910622 da 0.944800</a:t>
            </a:r>
          </a:p>
          <a:p>
            <a:r>
              <a:rPr dirty="0" err="1"/>
              <a:t>OF_Mis_peak</a:t>
            </a:r>
            <a:r>
              <a:rPr dirty="0"/>
              <a:t> = 0.519661 da 0.479100</a:t>
            </a:r>
          </a:p>
          <a:p>
            <a:r>
              <a:rPr dirty="0" err="1"/>
              <a:t>OF_s_peak</a:t>
            </a:r>
            <a:r>
              <a:rPr dirty="0"/>
              <a:t> = 0.491024 da 0.526900</a:t>
            </a:r>
          </a:p>
          <a:p>
            <a:r>
              <a:rPr dirty="0" err="1"/>
              <a:t>OF_s_diff_dim</a:t>
            </a:r>
            <a:r>
              <a:rPr dirty="0"/>
              <a:t> = 0.081586 da 0.077320</a:t>
            </a:r>
          </a:p>
          <a:p>
            <a:r>
              <a:rPr dirty="0" err="1"/>
              <a:t>OF_s_tot_SS</a:t>
            </a:r>
            <a:r>
              <a:rPr dirty="0"/>
              <a:t> = 0.161149 da 0.163400</a:t>
            </a:r>
          </a:p>
          <a:p>
            <a:r>
              <a:rPr dirty="0" err="1"/>
              <a:t>OF_Tmax</a:t>
            </a:r>
            <a:r>
              <a:rPr dirty="0"/>
              <a:t> = 0.011895 da 0.012177</a:t>
            </a:r>
          </a:p>
          <a:p>
            <a:r>
              <a:rPr dirty="0" err="1"/>
              <a:t>OF_X_Tmax</a:t>
            </a:r>
            <a:r>
              <a:rPr dirty="0"/>
              <a:t> = 0.302772 da 0.320540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N steps = 1024</a:t>
            </a:r>
          </a:p>
          <a:p>
            <a:r>
              <a:t>Episode Length = 20</a:t>
            </a:r>
          </a:p>
          <a:p>
            <a:r>
              <a:t>Batch size = 64</a:t>
            </a:r>
          </a:p>
          <a:p>
            <a:r>
              <a:t>CSI Originale = 0.02585</a:t>
            </a:r>
          </a:p>
          <a:p>
            <a:r>
              <a:t>DOF attivi modificati:</a:t>
            </a:r>
          </a:p>
          <a:p>
            <a:pPr lvl="1"/>
            <a:r>
              <a:t>DOF_PITCH da 0.1197440731 a 0.120</a:t>
            </a:r>
          </a:p>
          <a:p>
            <a:pPr lvl="1"/>
            <a:r>
              <a:t>DOF_BETA1 da 12.31445 a 12.314</a:t>
            </a:r>
          </a:p>
          <a:p>
            <a:pPr lvl="1"/>
            <a:r>
              <a:t>DOF_BETA2 da -67.94434 a -67.944</a:t>
            </a:r>
          </a:p>
          <a:p>
            <a:pPr lvl="1"/>
            <a:r>
              <a:t>DOF_W1 da 0.05507813 a 0.055</a:t>
            </a:r>
          </a:p>
          <a:p>
            <a:pPr lvl="1"/>
            <a:r>
              <a:t>DOF_W2 da 0.8823242 a 0.882</a:t>
            </a:r>
          </a:p>
          <a:p>
            <a:pPr lvl="1"/>
            <a:r>
              <a:t>DOF_TMOVXU da 0.1820557 a 0.182</a:t>
            </a:r>
          </a:p>
          <a:p>
            <a:pPr lvl="1"/>
            <a:r>
              <a:t>DOF_TMOVXL da 0.03029785 a 0.030</a:t>
            </a:r>
          </a:p>
          <a:p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  <a:p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  <a:p>
            <a:r>
              <a:t>DOF Ottimali:</a:t>
            </a:r>
          </a:p>
          <a:p>
            <a:r>
              <a:t>DOF_PITCH (*) = 0.135252 da 0.119744</a:t>
            </a:r>
          </a:p>
          <a:p>
            <a:r>
              <a:t>DOF_BETA1 (*) = 18.150898 da 12.314450</a:t>
            </a:r>
          </a:p>
          <a:p>
            <a:r>
              <a:t>DOF_BETA2 (*) = -69.996002 da -67.944344</a:t>
            </a:r>
          </a:p>
          <a:p>
            <a:r>
              <a:t>DOF_W1 (*) = 0.000000 da 0.055078</a:t>
            </a:r>
          </a:p>
          <a:p>
            <a:r>
              <a:t>DOF_W2 (*) = 0.110740 da 0.882324</a:t>
            </a:r>
          </a:p>
          <a:p>
            <a:r>
              <a:t>DOF_TMOVXU (*) = 0.167048 da 0.182056</a:t>
            </a:r>
          </a:p>
          <a:p>
            <a:r>
              <a:t>DOF_TMOVXL (*) = -0.016004 da 0.030298</a:t>
            </a:r>
          </a:p>
          <a:p>
            <a:r>
              <a:t>ALPHA_0 = 10.000°</a:t>
            </a:r>
          </a:p>
          <a:p>
            <a:r>
              <a:t>ALPHA_1 = 67.759° da 68.489°</a:t>
            </a:r>
          </a:p>
          <a:p>
            <a:r>
              <a:t>R = 0.315302 da 0.324399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dirty="0"/>
              <a:t>OF </a:t>
            </a:r>
            <a:r>
              <a:rPr dirty="0" err="1"/>
              <a:t>Risultanti</a:t>
            </a:r>
            <a:r>
              <a:rPr dirty="0"/>
              <a:t>:</a:t>
            </a:r>
          </a:p>
          <a:p>
            <a:r>
              <a:rPr dirty="0" err="1"/>
              <a:t>OF_alfa_ex</a:t>
            </a:r>
            <a:r>
              <a:rPr dirty="0"/>
              <a:t> = -64.305321 da -65.403999</a:t>
            </a:r>
          </a:p>
          <a:p>
            <a:r>
              <a:rPr dirty="0" err="1"/>
              <a:t>OF_Cpt</a:t>
            </a:r>
            <a:r>
              <a:rPr dirty="0"/>
              <a:t> = 0.023111 da 0.027680</a:t>
            </a:r>
          </a:p>
          <a:p>
            <a:r>
              <a:rPr dirty="0"/>
              <a:t>OF_CSI = 0.021387 da 0.025850</a:t>
            </a:r>
          </a:p>
          <a:p>
            <a:r>
              <a:rPr dirty="0" err="1"/>
              <a:t>OF_phi</a:t>
            </a:r>
            <a:r>
              <a:rPr dirty="0"/>
              <a:t> = 0.522325 da 0.497942</a:t>
            </a:r>
          </a:p>
          <a:p>
            <a:r>
              <a:rPr dirty="0" err="1"/>
              <a:t>OF_psi</a:t>
            </a:r>
            <a:r>
              <a:rPr dirty="0"/>
              <a:t> = 1.185197 da 1.175601</a:t>
            </a:r>
          </a:p>
          <a:p>
            <a:r>
              <a:rPr dirty="0" err="1"/>
              <a:t>OF_Zwi</a:t>
            </a:r>
            <a:r>
              <a:rPr dirty="0"/>
              <a:t> = 1.141848 da 0.982748</a:t>
            </a:r>
          </a:p>
          <a:p>
            <a:r>
              <a:rPr dirty="0" err="1"/>
              <a:t>OF_Zwc</a:t>
            </a:r>
            <a:r>
              <a:rPr dirty="0"/>
              <a:t> = 1.100369 da 0.939800</a:t>
            </a:r>
          </a:p>
          <a:p>
            <a:r>
              <a:rPr dirty="0" err="1"/>
              <a:t>OF_DFss_mis</a:t>
            </a:r>
            <a:r>
              <a:rPr dirty="0"/>
              <a:t> = 1.421167 da 1.256500</a:t>
            </a:r>
          </a:p>
          <a:p>
            <a:r>
              <a:rPr dirty="0" err="1"/>
              <a:t>OF_DFss_cp</a:t>
            </a:r>
            <a:r>
              <a:rPr dirty="0"/>
              <a:t> = 0.912341 da 0.944800</a:t>
            </a:r>
          </a:p>
          <a:p>
            <a:r>
              <a:rPr dirty="0" err="1"/>
              <a:t>OF_Mis_peak</a:t>
            </a:r>
            <a:r>
              <a:rPr dirty="0"/>
              <a:t> = 0.518347 da 0.479100</a:t>
            </a:r>
          </a:p>
          <a:p>
            <a:r>
              <a:rPr dirty="0" err="1"/>
              <a:t>OF_s_peak</a:t>
            </a:r>
            <a:r>
              <a:rPr dirty="0"/>
              <a:t> = 0.487326 da 0.526900</a:t>
            </a:r>
          </a:p>
          <a:p>
            <a:r>
              <a:rPr dirty="0" err="1"/>
              <a:t>OF_s_diff_dim</a:t>
            </a:r>
            <a:r>
              <a:rPr dirty="0"/>
              <a:t> = 0.082091 da 0.077320</a:t>
            </a:r>
          </a:p>
          <a:p>
            <a:r>
              <a:rPr dirty="0" err="1"/>
              <a:t>OF_s_tot_SS</a:t>
            </a:r>
            <a:r>
              <a:rPr dirty="0"/>
              <a:t> = 0.161761 da 0.163400</a:t>
            </a:r>
          </a:p>
          <a:p>
            <a:r>
              <a:rPr dirty="0" err="1"/>
              <a:t>OF_Tmax</a:t>
            </a:r>
            <a:r>
              <a:rPr dirty="0"/>
              <a:t> = 0.012077 da 0.012177</a:t>
            </a:r>
          </a:p>
          <a:p>
            <a:r>
              <a:rPr dirty="0" err="1"/>
              <a:t>OF_X_Tmax</a:t>
            </a:r>
            <a:r>
              <a:rPr dirty="0"/>
              <a:t> = 0.306700 da 0.320540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49E1-5B3A-ABCD-1AD4-EB7A33F9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74CE40-7AD7-4A2E-6C24-ABA6F5A5CE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DOF </a:t>
            </a:r>
            <a:r>
              <a:rPr dirty="0" err="1"/>
              <a:t>Ottimali</a:t>
            </a:r>
            <a:r>
              <a:rPr dirty="0"/>
              <a:t>:</a:t>
            </a:r>
            <a:r>
              <a:rPr lang="it-IT" dirty="0"/>
              <a:t> 1024</a:t>
            </a:r>
            <a:endParaRPr dirty="0"/>
          </a:p>
          <a:p>
            <a:r>
              <a:rPr dirty="0"/>
              <a:t>DOF_PITCH (*) = 0.135252 da 0.119744</a:t>
            </a:r>
          </a:p>
          <a:p>
            <a:r>
              <a:rPr dirty="0"/>
              <a:t>DOF_BETA1 (*) = 18.150898 da 12.314450</a:t>
            </a:r>
          </a:p>
          <a:p>
            <a:r>
              <a:rPr dirty="0"/>
              <a:t>DOF_BETA2 (*) = -69.996002 da -67.944344</a:t>
            </a:r>
          </a:p>
          <a:p>
            <a:r>
              <a:rPr dirty="0"/>
              <a:t>DOF_W1 (*) = 0.000000 da 0.055078</a:t>
            </a:r>
          </a:p>
          <a:p>
            <a:r>
              <a:rPr dirty="0"/>
              <a:t>DOF_W2 (*) = 0.110740 da 0.882324</a:t>
            </a:r>
          </a:p>
          <a:p>
            <a:r>
              <a:rPr dirty="0"/>
              <a:t>DOF_TMOVXU (*) = 0.167048 da 0.182056</a:t>
            </a:r>
          </a:p>
          <a:p>
            <a:r>
              <a:rPr dirty="0"/>
              <a:t>DOF_TMOVXL (*) = -0.016004 da 0.030298</a:t>
            </a:r>
          </a:p>
          <a:p>
            <a:r>
              <a:rPr dirty="0"/>
              <a:t>ALPHA_0 = 10.000°</a:t>
            </a:r>
          </a:p>
          <a:p>
            <a:r>
              <a:rPr dirty="0"/>
              <a:t>ALPHA_1 = 67.759° da 68.489°</a:t>
            </a:r>
          </a:p>
          <a:p>
            <a:r>
              <a:rPr dirty="0"/>
              <a:t>R = 0.315302 da 0.324399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03E442-D029-BE1A-438E-0D54CC06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99D04FB-8490-3D33-DFC6-E60A4DAE28D5}"/>
              </a:ext>
            </a:extLst>
          </p:cNvPr>
          <p:cNvSpPr txBox="1">
            <a:spLocks/>
          </p:cNvSpPr>
          <p:nvPr/>
        </p:nvSpPr>
        <p:spPr>
          <a:xfrm>
            <a:off x="6366164" y="1638174"/>
            <a:ext cx="5181600" cy="471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r>
              <a:rPr lang="pt-BR" dirty="0"/>
              <a:t>DOF Ottimali: 200</a:t>
            </a:r>
          </a:p>
          <a:p>
            <a:r>
              <a:rPr lang="pt-BR" dirty="0"/>
              <a:t>DOF_PITCH (*) = 0.133135 da 0.119744</a:t>
            </a:r>
          </a:p>
          <a:p>
            <a:r>
              <a:rPr lang="pt-BR" dirty="0"/>
              <a:t>DOF_BETA1 (*) = 19.966000 da 12.314450</a:t>
            </a:r>
          </a:p>
          <a:p>
            <a:r>
              <a:rPr lang="pt-BR" dirty="0"/>
              <a:t>DOF_BETA2 (*) = -69.996002 da -67.944344</a:t>
            </a:r>
          </a:p>
          <a:p>
            <a:r>
              <a:rPr lang="pt-BR" dirty="0"/>
              <a:t>DOF_W1 (*) = 0.000838 da 0.055078</a:t>
            </a:r>
          </a:p>
          <a:p>
            <a:r>
              <a:rPr lang="pt-BR" dirty="0"/>
              <a:t>DOF_W2 (*) = 0.059413 da 0.882324</a:t>
            </a:r>
          </a:p>
          <a:p>
            <a:r>
              <a:rPr lang="pt-BR" dirty="0"/>
              <a:t>DOF_TMOVXU (*) = 0.179237 da 0.182056</a:t>
            </a:r>
          </a:p>
          <a:p>
            <a:r>
              <a:rPr lang="pt-BR" dirty="0"/>
              <a:t>DOF_TMOVXL (*) = -0.083695 da 0.030298</a:t>
            </a:r>
          </a:p>
          <a:p>
            <a:r>
              <a:rPr lang="pt-BR" dirty="0"/>
              <a:t>ALPHA_0 = 10.000°</a:t>
            </a:r>
          </a:p>
          <a:p>
            <a:r>
              <a:rPr lang="pt-BR" dirty="0"/>
              <a:t>ALPHA_1 = 67.746° da 68.489°</a:t>
            </a:r>
          </a:p>
          <a:p>
            <a:r>
              <a:rPr lang="pt-BR" dirty="0"/>
              <a:t>R = 0.315500 da 0.324399</a:t>
            </a:r>
          </a:p>
        </p:txBody>
      </p:sp>
    </p:spTree>
    <p:extLst>
      <p:ext uri="{BB962C8B-B14F-4D97-AF65-F5344CB8AC3E}">
        <p14:creationId xmlns:p14="http://schemas.microsoft.com/office/powerpoint/2010/main" val="3754604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36577-3520-A85D-8065-56B0584A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00AC-F25E-9BE0-E8F8-6FB55ACC6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1712" y="1132068"/>
            <a:ext cx="5181600" cy="5725932"/>
          </a:xfrm>
        </p:spPr>
        <p:txBody>
          <a:bodyPr/>
          <a:lstStyle/>
          <a:p>
            <a:r>
              <a:rPr dirty="0"/>
              <a:t>OF </a:t>
            </a:r>
            <a:r>
              <a:rPr dirty="0" err="1"/>
              <a:t>Risultanti</a:t>
            </a:r>
            <a:r>
              <a:rPr dirty="0"/>
              <a:t>:</a:t>
            </a:r>
            <a:r>
              <a:rPr lang="it-IT" dirty="0"/>
              <a:t> 1024</a:t>
            </a:r>
            <a:endParaRPr dirty="0"/>
          </a:p>
          <a:p>
            <a:r>
              <a:rPr dirty="0" err="1"/>
              <a:t>OF_alfa_ex</a:t>
            </a:r>
            <a:r>
              <a:rPr dirty="0"/>
              <a:t> = -64.305321 da -65.403999</a:t>
            </a:r>
          </a:p>
          <a:p>
            <a:r>
              <a:rPr dirty="0" err="1"/>
              <a:t>OF_Cpt</a:t>
            </a:r>
            <a:r>
              <a:rPr dirty="0"/>
              <a:t> = 0.023111 da 0.027680</a:t>
            </a:r>
          </a:p>
          <a:p>
            <a:r>
              <a:rPr dirty="0"/>
              <a:t>OF_CSI = 0.021387 da 0.025850</a:t>
            </a:r>
          </a:p>
          <a:p>
            <a:r>
              <a:rPr dirty="0" err="1"/>
              <a:t>OF_phi</a:t>
            </a:r>
            <a:r>
              <a:rPr dirty="0"/>
              <a:t> = 0.522325 da 0.497942</a:t>
            </a:r>
          </a:p>
          <a:p>
            <a:r>
              <a:rPr dirty="0" err="1"/>
              <a:t>OF_psi</a:t>
            </a:r>
            <a:r>
              <a:rPr dirty="0"/>
              <a:t> = 1.185197 da 1.175601</a:t>
            </a:r>
          </a:p>
          <a:p>
            <a:r>
              <a:rPr dirty="0" err="1"/>
              <a:t>OF_Zwi</a:t>
            </a:r>
            <a:r>
              <a:rPr dirty="0"/>
              <a:t> = 1.141848 da 0.982748</a:t>
            </a:r>
          </a:p>
          <a:p>
            <a:r>
              <a:rPr dirty="0" err="1"/>
              <a:t>OF_Zwc</a:t>
            </a:r>
            <a:r>
              <a:rPr dirty="0"/>
              <a:t> = 1.100369 da 0.939800</a:t>
            </a:r>
          </a:p>
          <a:p>
            <a:r>
              <a:rPr dirty="0" err="1"/>
              <a:t>OF_DFss_mis</a:t>
            </a:r>
            <a:r>
              <a:rPr dirty="0"/>
              <a:t> = 1.421167 da 1.256500</a:t>
            </a:r>
          </a:p>
          <a:p>
            <a:r>
              <a:rPr dirty="0" err="1"/>
              <a:t>OF_DFss_cp</a:t>
            </a:r>
            <a:r>
              <a:rPr dirty="0"/>
              <a:t> = 0.912341 da 0.944800</a:t>
            </a:r>
          </a:p>
          <a:p>
            <a:r>
              <a:rPr dirty="0" err="1"/>
              <a:t>OF_Mis_peak</a:t>
            </a:r>
            <a:r>
              <a:rPr dirty="0"/>
              <a:t> = 0.518347 da 0.479100</a:t>
            </a:r>
          </a:p>
          <a:p>
            <a:r>
              <a:rPr dirty="0" err="1"/>
              <a:t>OF_s_peak</a:t>
            </a:r>
            <a:r>
              <a:rPr dirty="0"/>
              <a:t> = 0.487326 da 0.526900</a:t>
            </a:r>
          </a:p>
          <a:p>
            <a:r>
              <a:rPr dirty="0" err="1"/>
              <a:t>OF_s_diff_dim</a:t>
            </a:r>
            <a:r>
              <a:rPr dirty="0"/>
              <a:t> = 0.082091 da 0.077320</a:t>
            </a:r>
          </a:p>
          <a:p>
            <a:r>
              <a:rPr dirty="0" err="1"/>
              <a:t>OF_s_tot_SS</a:t>
            </a:r>
            <a:r>
              <a:rPr dirty="0"/>
              <a:t> = 0.161761 da 0.163400</a:t>
            </a:r>
          </a:p>
          <a:p>
            <a:r>
              <a:rPr dirty="0" err="1"/>
              <a:t>OF_Tmax</a:t>
            </a:r>
            <a:r>
              <a:rPr dirty="0"/>
              <a:t> = 0.012077 da 0.012177</a:t>
            </a:r>
          </a:p>
          <a:p>
            <a:r>
              <a:rPr dirty="0" err="1"/>
              <a:t>OF_X_Tmax</a:t>
            </a:r>
            <a:r>
              <a:rPr dirty="0"/>
              <a:t> = 0.306700 da 0.320540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2DA7E7-CFE9-0EC5-E91B-97D2D34C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276BEC-E412-1142-41ED-011819E6D1F4}"/>
              </a:ext>
            </a:extLst>
          </p:cNvPr>
          <p:cNvSpPr txBox="1">
            <a:spLocks/>
          </p:cNvSpPr>
          <p:nvPr/>
        </p:nvSpPr>
        <p:spPr>
          <a:xfrm>
            <a:off x="6366164" y="1132068"/>
            <a:ext cx="5181600" cy="5725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OF Risultanti: 200</a:t>
            </a:r>
          </a:p>
          <a:p>
            <a:r>
              <a:rPr lang="it-IT" dirty="0" err="1"/>
              <a:t>OF_alfa_ex</a:t>
            </a:r>
            <a:r>
              <a:rPr lang="it-IT" dirty="0"/>
              <a:t> = -64.346054 da -65.403999</a:t>
            </a:r>
          </a:p>
          <a:p>
            <a:r>
              <a:rPr lang="it-IT" dirty="0" err="1"/>
              <a:t>OF_Cpt</a:t>
            </a:r>
            <a:r>
              <a:rPr lang="it-IT" dirty="0"/>
              <a:t> = 0.022886 da 0.027680</a:t>
            </a:r>
          </a:p>
          <a:p>
            <a:r>
              <a:rPr lang="it-IT" dirty="0"/>
              <a:t>OF_CSI = 0.021239 da 0.025850</a:t>
            </a:r>
          </a:p>
          <a:p>
            <a:r>
              <a:rPr lang="it-IT" dirty="0" err="1"/>
              <a:t>OF_phi</a:t>
            </a:r>
            <a:r>
              <a:rPr lang="it-IT" dirty="0"/>
              <a:t> = 0.522488 da 0.497942</a:t>
            </a:r>
          </a:p>
          <a:p>
            <a:r>
              <a:rPr lang="it-IT" dirty="0"/>
              <a:t>OF_psi = 1.184743 da 1.175601</a:t>
            </a:r>
          </a:p>
          <a:p>
            <a:r>
              <a:rPr lang="it-IT" dirty="0" err="1"/>
              <a:t>OF_Zwi</a:t>
            </a:r>
            <a:r>
              <a:rPr lang="it-IT" dirty="0"/>
              <a:t> = 1.137695 da 0.982748</a:t>
            </a:r>
          </a:p>
          <a:p>
            <a:r>
              <a:rPr lang="it-IT" dirty="0" err="1"/>
              <a:t>OF_Zwc</a:t>
            </a:r>
            <a:r>
              <a:rPr lang="it-IT" dirty="0"/>
              <a:t> = 1.095667 da 0.939800</a:t>
            </a:r>
          </a:p>
          <a:p>
            <a:r>
              <a:rPr lang="it-IT" dirty="0" err="1"/>
              <a:t>OF_DFss_mis</a:t>
            </a:r>
            <a:r>
              <a:rPr lang="it-IT" dirty="0"/>
              <a:t> = 1.430596 da 1.256500</a:t>
            </a:r>
          </a:p>
          <a:p>
            <a:r>
              <a:rPr lang="it-IT" dirty="0" err="1"/>
              <a:t>OF_DFss_cp</a:t>
            </a:r>
            <a:r>
              <a:rPr lang="it-IT" dirty="0"/>
              <a:t> = 0.910622 da 0.944800</a:t>
            </a:r>
          </a:p>
          <a:p>
            <a:r>
              <a:rPr lang="it-IT" dirty="0" err="1"/>
              <a:t>OF_Mis_peak</a:t>
            </a:r>
            <a:r>
              <a:rPr lang="it-IT" dirty="0"/>
              <a:t> = 0.519661 da 0.479100</a:t>
            </a:r>
          </a:p>
          <a:p>
            <a:r>
              <a:rPr lang="it-IT" dirty="0" err="1"/>
              <a:t>OF_s_peak</a:t>
            </a:r>
            <a:r>
              <a:rPr lang="it-IT" dirty="0"/>
              <a:t> = 0.491024 da 0.526900</a:t>
            </a:r>
          </a:p>
          <a:p>
            <a:r>
              <a:rPr lang="it-IT" dirty="0" err="1"/>
              <a:t>OF_s_diff_dim</a:t>
            </a:r>
            <a:r>
              <a:rPr lang="it-IT" dirty="0"/>
              <a:t> = 0.081586 da 0.077320</a:t>
            </a:r>
          </a:p>
          <a:p>
            <a:r>
              <a:rPr lang="it-IT" dirty="0" err="1"/>
              <a:t>OF_s_tot_SS</a:t>
            </a:r>
            <a:r>
              <a:rPr lang="it-IT" dirty="0"/>
              <a:t> = 0.161149 da 0.163400</a:t>
            </a:r>
          </a:p>
          <a:p>
            <a:r>
              <a:rPr lang="it-IT" dirty="0" err="1"/>
              <a:t>OF_Tmax</a:t>
            </a:r>
            <a:r>
              <a:rPr lang="it-IT" dirty="0"/>
              <a:t> = 0.011895 da 0.012177</a:t>
            </a:r>
          </a:p>
          <a:p>
            <a:r>
              <a:rPr lang="it-IT" dirty="0" err="1"/>
              <a:t>OF_X_Tmax</a:t>
            </a:r>
            <a:r>
              <a:rPr lang="it-IT" dirty="0"/>
              <a:t> = 0.302772 da 0.320540</a:t>
            </a:r>
          </a:p>
        </p:txBody>
      </p:sp>
    </p:spTree>
    <p:extLst>
      <p:ext uri="{BB962C8B-B14F-4D97-AF65-F5344CB8AC3E}">
        <p14:creationId xmlns:p14="http://schemas.microsoft.com/office/powerpoint/2010/main" val="2496133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6815</TotalTime>
  <Words>1305</Words>
  <Application>Microsoft Office PowerPoint</Application>
  <PresentationFormat>Widescreen</PresentationFormat>
  <Paragraphs>192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Catamaran</vt:lpstr>
      <vt:lpstr>Tema di Office</vt:lpstr>
      <vt:lpstr>Personalizza struttura</vt:lpstr>
      <vt:lpstr>Ottimizzazione Riga Dataset: 62</vt:lpstr>
      <vt:lpstr>Parametri PPO</vt:lpstr>
      <vt:lpstr>Punto di partenza simulazione con LR = 3e-05</vt:lpstr>
      <vt:lpstr>Risultati</vt:lpstr>
      <vt:lpstr>Andamento Valore Miglior DOF per episodio</vt:lpstr>
      <vt:lpstr>Andamento Valore Miglior DOF per episodio</vt:lpstr>
      <vt:lpstr>Metriche Attore</vt:lpstr>
      <vt:lpstr>Metriche Critico</vt:lpstr>
      <vt:lpstr>Miglior Profilo Ottimizzato</vt:lpstr>
      <vt:lpstr>Smith Diagram Action - Axial exit</vt:lpstr>
      <vt:lpstr>Smith Diagram Action - Total to Total</vt:lpstr>
      <vt:lpstr>Smith Diagram Reaction - Total to Total</vt:lpstr>
      <vt:lpstr>Punto di partenza simulazione con LR = 3e-05</vt:lpstr>
      <vt:lpstr>Risultati</vt:lpstr>
      <vt:lpstr>Andamento Valore Miglior DOF per episodio</vt:lpstr>
      <vt:lpstr>Andamento Valore Miglior DOF per episodio</vt:lpstr>
      <vt:lpstr>Metriche Attore</vt:lpstr>
      <vt:lpstr>Metriche Critico</vt:lpstr>
      <vt:lpstr>Miglior Profilo Ottimizzato</vt:lpstr>
      <vt:lpstr>Smith Diagram Action - Axial exit</vt:lpstr>
      <vt:lpstr>Smith Diagram Action - Total to Total</vt:lpstr>
      <vt:lpstr>Smith Diagram Reaction - Total to Total</vt:lpstr>
      <vt:lpstr>Miglior Profilo Ottimizzato</vt:lpstr>
      <vt:lpstr>Miglior Profilo Ottimizzato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15</cp:revision>
  <dcterms:created xsi:type="dcterms:W3CDTF">2026-04-15T17:56:24Z</dcterms:created>
  <dcterms:modified xsi:type="dcterms:W3CDTF">2026-05-27T11:39:19Z</dcterms:modified>
</cp:coreProperties>
</file>