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710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0.02107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0.119155433 a 0.119</a:t>
            </a:r>
          </a:p>
          <a:p>
            <a:pPr lvl="1"/>
            <a:r>
              <a:t>DOF_BETA1 da 17.1936 a 17.194</a:t>
            </a:r>
          </a:p>
          <a:p>
            <a:pPr lvl="1"/>
            <a:r>
              <a:t>DOF_BETA2 da -63.05969 a -63.060</a:t>
            </a:r>
          </a:p>
          <a:p>
            <a:pPr lvl="1"/>
            <a:r>
              <a:t>DOF_W1 da 0.0105957 a 0.011</a:t>
            </a:r>
          </a:p>
          <a:p>
            <a:pPr lvl="1"/>
            <a:r>
              <a:t>DOF_W2 da 0.5900269 a 0.590</a:t>
            </a:r>
          </a:p>
          <a:p>
            <a:pPr lvl="1"/>
            <a:r>
              <a:t>DOF_TMOVXU da 0.1084625 a 0.108</a:t>
            </a:r>
          </a:p>
          <a:p>
            <a:pPr lvl="1"/>
            <a:r>
              <a:t>DOF_TMOVXL da 0.05621033 a 0.056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392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6288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0.118135 da 0.119155</a:t>
            </a:r>
          </a:p>
          <a:p>
            <a:pPr/>
            <a:r>
              <a:t>DOF_BETA1 (*) = 16.978001 da 17.193600</a:t>
            </a:r>
          </a:p>
          <a:p>
            <a:pPr/>
            <a:r>
              <a:t>DOF_BETA2 (*) = -62.830395 da -63.059689</a:t>
            </a:r>
          </a:p>
          <a:p>
            <a:pPr/>
            <a:r>
              <a:t>DOF_W1 (*) = 0.000000 da 0.010596</a:t>
            </a:r>
          </a:p>
          <a:p>
            <a:pPr/>
            <a:r>
              <a:t>DOF_W2 (*) = 0.369000 da 0.590027</a:t>
            </a:r>
          </a:p>
          <a:p>
            <a:pPr/>
            <a:r>
              <a:t>DOF_TMOVXU (*) = 0.089322 da 0.108462</a:t>
            </a:r>
          </a:p>
          <a:p>
            <a:pPr/>
            <a:r>
              <a:t>DOF_TMOVXL (*) = -0.012945 da 0.056210</a:t>
            </a:r>
          </a:p>
          <a:p>
            <a:pPr/>
            <a:r>
              <a:t>ALPHA_0 = 10.000°</a:t>
            </a:r>
          </a:p>
          <a:p>
            <a:pPr/>
            <a:r>
              <a:t>Deflessione (ε) = 70.387°</a:t>
            </a:r>
          </a:p>
          <a:p>
            <a:pPr/>
            <a:r>
              <a:t>Curvatura camber (θ) = 79.808°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-60.387386 da -60.444000</a:t>
            </a:r>
          </a:p>
          <a:p>
            <a:pPr/>
            <a:r>
              <a:t>OF_Cpt = 0.022305 da 0.022570</a:t>
            </a:r>
          </a:p>
          <a:p>
            <a:pPr/>
            <a:r>
              <a:t>OF_CSI = 0.020826 da 0.021070</a:t>
            </a:r>
          </a:p>
          <a:p>
            <a:pPr/>
            <a:r>
              <a:t>OF_phi = 0.630883 da 0.630063</a:t>
            </a:r>
          </a:p>
          <a:p>
            <a:pPr/>
            <a:r>
              <a:t>OF_psi = 1.223159 da 1.222194</a:t>
            </a:r>
          </a:p>
          <a:p>
            <a:pPr/>
            <a:r>
              <a:t>OF_Zwi = 1.106756 da 1.128670</a:t>
            </a:r>
          </a:p>
          <a:p>
            <a:pPr/>
            <a:r>
              <a:t>OF_Zwc = 1.064430 da 1.078673</a:t>
            </a:r>
          </a:p>
          <a:p>
            <a:pPr/>
            <a:r>
              <a:t>OF_DFss_mis = 1.306640 da 1.314400</a:t>
            </a:r>
          </a:p>
          <a:p>
            <a:pPr/>
            <a:r>
              <a:t>OF_DFss_cp = 0.933280 da 0.931200</a:t>
            </a:r>
          </a:p>
          <a:p>
            <a:pPr/>
            <a:r>
              <a:t>OF_Mis_peak = 0.496252 da 0.501200</a:t>
            </a:r>
          </a:p>
          <a:p>
            <a:pPr/>
            <a:r>
              <a:t>OF_s_peak = 0.518071 da 0.484400</a:t>
            </a:r>
          </a:p>
          <a:p>
            <a:pPr/>
            <a:r>
              <a:t>OF_s_diff_dim = 0.072305 da 0.078650</a:t>
            </a:r>
          </a:p>
          <a:p>
            <a:pPr/>
            <a:r>
              <a:t>OF_s_tot_SS = 0.151509 da 0.152500</a:t>
            </a:r>
          </a:p>
          <a:p>
            <a:pPr/>
            <a:r>
              <a:t>OF_Tmax = 0.012236 da 0.012302</a:t>
            </a:r>
          </a:p>
          <a:p>
            <a:pPr/>
            <a:r>
              <a:t>OF_X_Tmax = 0.275774 da 0.296815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