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909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0.02273</a:t>
            </a:r>
          </a:p>
          <a:p>
            <a:pPr/>
            <a:r>
              <a:t>DOF attivi modificati:</a:t>
            </a:r>
          </a:p>
          <a:p>
            <a:pPr lvl="1"/>
            <a:r>
              <a:t>DOF_PITCH da 0.09820829169 a 0.098</a:t>
            </a:r>
          </a:p>
          <a:p>
            <a:pPr lvl="1"/>
            <a:r>
              <a:t>DOF_BETA1 da 6.299438 a 6.299</a:t>
            </a:r>
          </a:p>
          <a:p>
            <a:pPr lvl="1"/>
            <a:r>
              <a:t>DOF_BETA2 da -65.52948 a -65.529</a:t>
            </a:r>
          </a:p>
          <a:p>
            <a:pPr lvl="1"/>
            <a:r>
              <a:t>DOF_W1 da 0.2566162 a 0.257</a:t>
            </a:r>
          </a:p>
          <a:p>
            <a:pPr lvl="1"/>
            <a:r>
              <a:t>DOF_W2 da 0.8361511 a 0.836</a:t>
            </a:r>
          </a:p>
          <a:p>
            <a:pPr lvl="1"/>
            <a:r>
              <a:t>DOF_TMOVXU da 0.1851852 a 0.185</a:t>
            </a:r>
          </a:p>
          <a:p>
            <a:pPr lvl="1"/>
            <a:r>
              <a:t>DOF_TMOVXL da -0.03557281 a -0.036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1297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5376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0.104279 da 0.098208</a:t>
            </a:r>
          </a:p>
          <a:p>
            <a:pPr/>
            <a:r>
              <a:t>DOF_BETA1 (*) = 10.481134 da 6.299438</a:t>
            </a:r>
          </a:p>
          <a:p>
            <a:pPr/>
            <a:r>
              <a:t>DOF_BETA2 (*) = -67.632164 da -65.529480</a:t>
            </a:r>
          </a:p>
          <a:p>
            <a:pPr/>
            <a:r>
              <a:t>DOF_W1 (*) = 0.323346 da 0.256616</a:t>
            </a:r>
          </a:p>
          <a:p>
            <a:pPr/>
            <a:r>
              <a:t>DOF_W2 (*) = 0.351532 da 0.836151</a:t>
            </a:r>
          </a:p>
          <a:p>
            <a:pPr/>
            <a:r>
              <a:t>DOF_TMOVXU (*) = 0.168661 da 0.185185</a:t>
            </a:r>
          </a:p>
          <a:p>
            <a:pPr/>
            <a:r>
              <a:t>DOF_TMOVXL (*) = -0.020711 da -0.035573</a:t>
            </a:r>
          </a:p>
          <a:p>
            <a:pPr/>
            <a:r>
              <a:t>ALPHA_0 = 10.000°</a:t>
            </a:r>
          </a:p>
          <a:p>
            <a:pPr/>
            <a:r>
              <a:t>Deflessione (ε) = 69.935°</a:t>
            </a:r>
          </a:p>
          <a:p>
            <a:pPr/>
            <a:r>
              <a:t>Curvatura camber (θ) = 78.113°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-59.935303 da -60.665001</a:t>
            </a:r>
          </a:p>
          <a:p>
            <a:pPr/>
            <a:r>
              <a:t>OF_Cpt = 0.023394 da 0.024350</a:t>
            </a:r>
          </a:p>
          <a:p>
            <a:pPr/>
            <a:r>
              <a:t>OF_CSI = 0.021804 da 0.022730</a:t>
            </a:r>
          </a:p>
          <a:p>
            <a:pPr/>
            <a:r>
              <a:t>OF_phi = 0.639860 da 0.623790</a:t>
            </a:r>
          </a:p>
          <a:p>
            <a:pPr/>
            <a:r>
              <a:t>OF_psi = 1.225190 da 1.219982</a:t>
            </a:r>
          </a:p>
          <a:p>
            <a:pPr/>
            <a:r>
              <a:t>OF_Zwi = 1.037154 da 0.925736</a:t>
            </a:r>
          </a:p>
          <a:p>
            <a:pPr/>
            <a:r>
              <a:t>OF_Zwc = 0.986631 da 0.884747</a:t>
            </a:r>
          </a:p>
          <a:p>
            <a:pPr/>
            <a:r>
              <a:t>OF_DFss_mis = 1.306660 da 1.228400</a:t>
            </a:r>
          </a:p>
          <a:p>
            <a:pPr/>
            <a:r>
              <a:t>OF_DFss_cp = 0.934164 da 0.950300</a:t>
            </a:r>
          </a:p>
          <a:p>
            <a:pPr/>
            <a:r>
              <a:t>OF_Mis_peak = 0.491760 da 0.473500</a:t>
            </a:r>
          </a:p>
          <a:p>
            <a:pPr/>
            <a:r>
              <a:t>OF_s_peak = 0.611252 da 0.635800</a:t>
            </a:r>
          </a:p>
          <a:p>
            <a:pPr/>
            <a:r>
              <a:t>OF_s_diff_dim = 0.055374 da 0.052460</a:t>
            </a:r>
          </a:p>
          <a:p>
            <a:pPr/>
            <a:r>
              <a:t>OF_s_tot_SS = 0.144418 da 0.144000</a:t>
            </a:r>
          </a:p>
          <a:p>
            <a:pPr/>
            <a:r>
              <a:t>OF_Tmax = 0.012102 da 0.012013</a:t>
            </a:r>
          </a:p>
          <a:p>
            <a:pPr/>
            <a:r>
              <a:t>OF_X_Tmax = 0.313376 da 0.310960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667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