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alfain e pitch e re2is e ma2is e aratio e beta1 e beta2 e w1 e w2 e rte e tmaxu e tmaxl e tmovxu e tmovxl e tucp2 e tucp3 e sucp3 e tucp5 e sucp5 e tlcp5 e slcp5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0.04053</a:t>
            </a:r>
          </a:p>
          <a:p>
            <a:pPr/>
            <a:r>
              <a:t>DOF attivi modificati:</a:t>
            </a:r>
          </a:p>
          <a:p>
            <a:pPr lvl="1"/>
            <a:r>
              <a:t>DOF_ALFAIN da 21.76 a 21.760</a:t>
            </a:r>
          </a:p>
          <a:p>
            <a:pPr lvl="1"/>
            <a:r>
              <a:t>DOF_PITCH da 0.08149008314 a 0.081</a:t>
            </a:r>
          </a:p>
          <a:p>
            <a:pPr lvl="1"/>
            <a:r>
              <a:t>DOF_RE2IS da 187020.0 a 187020.000</a:t>
            </a:r>
          </a:p>
          <a:p>
            <a:pPr lvl="1"/>
            <a:r>
              <a:t>DOF_MA2IS da 0.53577 a 0.536</a:t>
            </a:r>
          </a:p>
          <a:p>
            <a:pPr lvl="1"/>
            <a:r>
              <a:t>DOF_ARATIO da 1.320926 a 1.321</a:t>
            </a:r>
          </a:p>
          <a:p>
            <a:pPr lvl="1"/>
            <a:r>
              <a:t>DOF_BETA1 da 29.784542 a 29.785</a:t>
            </a:r>
          </a:p>
          <a:p>
            <a:pPr lvl="1"/>
            <a:r>
              <a:t>DOF_BETA2 da -64.40948 a -64.409</a:t>
            </a:r>
          </a:p>
          <a:p>
            <a:pPr lvl="1"/>
            <a:r>
              <a:t>DOF_W1 da 0.5884277 a 0.588</a:t>
            </a:r>
          </a:p>
          <a:p>
            <a:pPr lvl="1"/>
            <a:r>
              <a:t>DOF_W2 da 0.07281494 a 0.073</a:t>
            </a:r>
          </a:p>
          <a:p>
            <a:pPr lvl="1"/>
            <a:r>
              <a:t>DOF_RTE da 0.001241217 a 0.001</a:t>
            </a:r>
          </a:p>
          <a:p>
            <a:pPr lvl="1"/>
            <a:r>
              <a:t>DOF_TMAXU da 0.01478943 a 0.015</a:t>
            </a:r>
          </a:p>
          <a:p>
            <a:pPr lvl="1"/>
            <a:r>
              <a:t>DOF_TMAXL da 0.003737946 a 0.004</a:t>
            </a:r>
          </a:p>
          <a:p>
            <a:pPr lvl="1"/>
            <a:r>
              <a:t>DOF_TMOVXU da 0.04723816 a 0.047</a:t>
            </a:r>
          </a:p>
          <a:p>
            <a:pPr lvl="1"/>
            <a:r>
              <a:t>DOF_TMOVXL da -0.101828 a -0.102</a:t>
            </a:r>
          </a:p>
          <a:p>
            <a:pPr lvl="1"/>
            <a:r>
              <a:t>DOF_TUCP2 da 0.3106763 a 0.311</a:t>
            </a:r>
          </a:p>
          <a:p>
            <a:pPr lvl="1"/>
            <a:r>
              <a:t>DOF_TUCP3 da 0.8328845 a 0.833</a:t>
            </a:r>
          </a:p>
          <a:p>
            <a:pPr lvl="1"/>
            <a:r>
              <a:t>DOF_SUCP3 da 0.09361572 a 0.094</a:t>
            </a:r>
          </a:p>
          <a:p>
            <a:pPr lvl="1"/>
            <a:r>
              <a:t>DOF_TUCP5 da 0.4981995 a 0.498</a:t>
            </a:r>
          </a:p>
          <a:p>
            <a:pPr lvl="1"/>
            <a:r>
              <a:t>DOF_SUCP5 da 0.5915985 a 0.592</a:t>
            </a:r>
          </a:p>
          <a:p>
            <a:pPr lvl="1"/>
            <a:r>
              <a:t>DOF_TLCP5 da 0.4858276 a 0.486</a:t>
            </a:r>
          </a:p>
          <a:p>
            <a:pPr lvl="1"/>
            <a:r>
              <a:t>DOF_SLCP5 da 0.5182648 a 0.518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DOF_ALFAIN = [20.0, 30.0]</a:t>
            </a:r>
          </a:p>
          <a:p>
            <a:r>
              <a:t>DOF_PITCH = [0.04560844344, 0.1489434866]</a:t>
            </a:r>
          </a:p>
          <a:p>
            <a:r>
              <a:t>DOF_RE2IS = [50820.0, 256750.0]</a:t>
            </a:r>
          </a:p>
          <a:p>
            <a:r>
              <a:t>DOF_MA2IS = [0.40001, 0.89993]</a:t>
            </a:r>
          </a:p>
          <a:p>
            <a:r>
              <a:t>DOF_ARATIO = [0.950024, 1.399712]</a:t>
            </a:r>
          </a:p>
          <a:p>
            <a:r>
              <a:t>DOF_BETA1 = [-9.54361, 39.858401]</a:t>
            </a:r>
          </a:p>
          <a:p>
            <a:r>
              <a:t>DOF_BETA2 = [-79.62194, -50.804227]</a:t>
            </a:r>
          </a:p>
          <a:p>
            <a:r>
              <a:t>DOF_W1 = [0.0002319336, 0.7997925]</a:t>
            </a:r>
          </a:p>
          <a:p>
            <a:r>
              <a:t>DOF_W2 = [5.340576e-05, 0.9997559]</a:t>
            </a:r>
          </a:p>
          <a:p>
            <a:r>
              <a:t>DOF_RTE = [0.0007000397, 0.001999911]</a:t>
            </a:r>
          </a:p>
          <a:p>
            <a:r>
              <a:t>DOF_TMAXU = [0.004015076, 0.02998889]</a:t>
            </a:r>
          </a:p>
          <a:p>
            <a:r>
              <a:t>DOF_TMAXL = [0.002500534, 0.01999947]</a:t>
            </a:r>
          </a:p>
          <a:p>
            <a:r>
              <a:t>DOF_TMOVXU = [-0.1499146, 0.1999332]</a:t>
            </a:r>
          </a:p>
          <a:p>
            <a:r>
              <a:t>DOF_TMOVXL = [-0.1499893, 0.1999012]</a:t>
            </a:r>
          </a:p>
          <a:p>
            <a:r>
              <a:t>DOF_TUCP2 = [0.280032, 0.4799954]</a:t>
            </a:r>
          </a:p>
          <a:p>
            <a:r>
              <a:t>DOF_TUCP3 = [0.6000522, 0.9799333]</a:t>
            </a:r>
          </a:p>
          <a:p>
            <a:r>
              <a:t>DOF_SUCP3 = [0.08003296, 0.1999982]</a:t>
            </a:r>
          </a:p>
          <a:p>
            <a:r>
              <a:t>DOF_TUCP5 = [0.2500381, 0.7499733]</a:t>
            </a:r>
          </a:p>
          <a:p>
            <a:r>
              <a:t>DOF_SUCP5 = [0.5000038, 0.7499638]</a:t>
            </a:r>
          </a:p>
          <a:p>
            <a:r>
              <a:t>DOF_TLCP5 = [0.3500168, 0.5499741]</a:t>
            </a:r>
          </a:p>
          <a:p>
            <a:r>
              <a:t>DOF_SLCP5 = [0.5000095, 0.7499924]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69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- 2</a:t>
            </a:r>
          </a:p>
        </p:txBody>
      </p:sp>
      <p:pic>
        <p:nvPicPr>
          <p:cNvPr id="3" name="Picture 2" descr="plot_dof_evolu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- 3</a:t>
            </a:r>
          </a:p>
        </p:txBody>
      </p:sp>
      <p:pic>
        <p:nvPicPr>
          <p:cNvPr id="3" name="Picture 2" descr="plot_dof_evoluti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18918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812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4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DOF_ALFAIN (*) = 21.790724 da 21.760000</a:t>
            </a:r>
          </a:p>
          <a:p>
            <a:pPr/>
            <a:r>
              <a:t>DOF_PITCH (*) = 0.085340 da 0.081490</a:t>
            </a:r>
          </a:p>
          <a:p>
            <a:pPr/>
            <a:r>
              <a:t>DOF_RE2IS (*) = 194114.031250 da 187020.000000</a:t>
            </a:r>
          </a:p>
          <a:p>
            <a:pPr/>
            <a:r>
              <a:t>DOF_MA2IS (*) = 0.532754 da 0.535770</a:t>
            </a:r>
          </a:p>
          <a:p>
            <a:pPr/>
            <a:r>
              <a:t>DOF_ARATIO (*) = 1.256427 da 1.320926</a:t>
            </a:r>
          </a:p>
          <a:p>
            <a:pPr/>
            <a:r>
              <a:t>DOF_BETA1 (*) = 30.293982 da 29.784542</a:t>
            </a:r>
          </a:p>
          <a:p>
            <a:pPr/>
            <a:r>
              <a:t>DOF_BETA2 (*) = -66.209175 da -64.409477</a:t>
            </a:r>
          </a:p>
          <a:p>
            <a:pPr/>
            <a:r>
              <a:t>DOF_W1 (*) = 0.458771 da 0.588428</a:t>
            </a:r>
          </a:p>
          <a:p>
            <a:pPr/>
            <a:r>
              <a:t>DOF_W2 (*) = 0.221791 da 0.072815</a:t>
            </a:r>
          </a:p>
          <a:p>
            <a:pPr/>
            <a:r>
              <a:t>DOF_RTE (*) = 0.000984 da 0.001241</a:t>
            </a:r>
          </a:p>
          <a:p>
            <a:pPr/>
            <a:r>
              <a:t>DOF_TMAXU (*) = 0.014105 da 0.014789</a:t>
            </a:r>
          </a:p>
          <a:p>
            <a:pPr/>
            <a:r>
              <a:t>DOF_TMAXL (*) = 0.003401 da 0.003738</a:t>
            </a:r>
          </a:p>
          <a:p>
            <a:pPr/>
            <a:r>
              <a:t>DOF_TMOVXU (*) = 0.044155 da 0.047238</a:t>
            </a:r>
          </a:p>
          <a:p>
            <a:pPr/>
            <a:r>
              <a:t>DOF_TMOVXL (*) = -0.115018 da -0.101828</a:t>
            </a:r>
          </a:p>
          <a:p>
            <a:pPr/>
            <a:r>
              <a:t>DOF_TUCP2 (*) = 0.325868 da 0.310676</a:t>
            </a:r>
          </a:p>
          <a:p>
            <a:pPr/>
            <a:r>
              <a:t>DOF_TUCP3 (*) = 0.873268 da 0.832884</a:t>
            </a:r>
          </a:p>
          <a:p>
            <a:pPr/>
            <a:r>
              <a:t>DOF_SUCP3 (*) = 0.088527 da 0.093616</a:t>
            </a:r>
          </a:p>
          <a:p>
            <a:pPr/>
            <a:r>
              <a:t>DOF_TUCP5 (*) = 0.422187 da 0.498199</a:t>
            </a:r>
          </a:p>
          <a:p>
            <a:pPr/>
            <a:r>
              <a:t>DOF_SUCP5 (*) = 0.540101 da 0.591599</a:t>
            </a:r>
          </a:p>
          <a:p>
            <a:pPr/>
            <a:r>
              <a:t>DOF_TLCP5 (*) = 0.492854 da 0.485828</a:t>
            </a:r>
          </a:p>
          <a:p>
            <a:pPr/>
            <a:r>
              <a:t>DOF_SLCP5 (*) = 0.511202 da 0.518265</a:t>
            </a:r>
          </a:p>
          <a:p>
            <a:pPr/>
            <a:r>
              <a:t>Deflessione (ε) = 82.688°</a:t>
            </a:r>
          </a:p>
          <a:p>
            <a:pPr/>
            <a:r>
              <a:t>Curvatura camber (θ) = 96.503°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OF_alfa_ex_FL = -60.897537 da -60.702000</a:t>
            </a:r>
          </a:p>
          <a:p>
            <a:pPr/>
            <a:r>
              <a:t>OF_Cpt_FL = 0.037447 da 0.045200</a:t>
            </a:r>
          </a:p>
          <a:p>
            <a:pPr/>
            <a:r>
              <a:t>OF_CSI_FL = 0.033026 da 0.040530</a:t>
            </a:r>
          </a:p>
          <a:p>
            <a:pPr/>
            <a:r>
              <a:t>OF_phi_FL = 0.720658 da 0.723085</a:t>
            </a:r>
          </a:p>
          <a:p>
            <a:pPr/>
            <a:r>
              <a:t>OF_psi_FL = 1.570212 da 1.577256</a:t>
            </a:r>
          </a:p>
          <a:p>
            <a:pPr/>
            <a:r>
              <a:t>OF_Zwc_FL = 1.084737 da 1.135337</a:t>
            </a:r>
          </a:p>
          <a:p>
            <a:pPr/>
            <a:r>
              <a:t>OF_DFss_mis_LO = 1.241065 da 1.291000</a:t>
            </a:r>
          </a:p>
          <a:p>
            <a:pPr/>
            <a:r>
              <a:t>OF_Ds_cp_LO = 1.696038 da 0.701600</a:t>
            </a:r>
          </a:p>
          <a:p>
            <a:pPr/>
            <a:r>
              <a:t>OF_Tmax_GM = 0.015636 da 0.016253</a:t>
            </a:r>
          </a:p>
          <a:p>
            <a:pPr/>
            <a:r>
              <a:t>OF_X_Tmax_GM = 0.015636 da 0.242935</a:t>
            </a:r>
          </a:p>
          <a:p>
            <a:pPr/>
            <a:r>
              <a:t>OF_Wedge_TE_GM = 6.084597 da 8.156338</a:t>
            </a:r>
          </a:p>
          <a:p>
            <a:pPr/>
            <a:r>
              <a:t>OF_UGT_GM = 26.625618 da 26.647480</a:t>
            </a:r>
          </a:p>
          <a:p>
            <a:pPr/>
            <a:r>
              <a:t>OF_Area_GM = 0.001197 da 0.001314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