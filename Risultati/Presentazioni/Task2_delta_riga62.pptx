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0.02585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0.1197440731 a 0.120</a:t>
            </a:r>
          </a:p>
          <a:p>
            <a:pPr lvl="1"/>
            <a:r>
              <a:t>DOF_BETA1 da 12.31445 a 12.314</a:t>
            </a:r>
          </a:p>
          <a:p>
            <a:pPr lvl="1"/>
            <a:r>
              <a:t>DOF_BETA2 da -67.94434 a -67.944</a:t>
            </a:r>
          </a:p>
          <a:p>
            <a:pPr lvl="1"/>
            <a:r>
              <a:t>DOF_W1 da 0.05507813 a 0.055</a:t>
            </a:r>
          </a:p>
          <a:p>
            <a:pPr lvl="1"/>
            <a:r>
              <a:t>DOF_W2 da 0.8823242 a 0.882</a:t>
            </a:r>
          </a:p>
          <a:p>
            <a:pPr lvl="1"/>
            <a:r>
              <a:t>DOF_TMOVXU da 0.1820557 a 0.182</a:t>
            </a:r>
          </a:p>
          <a:p>
            <a:pPr lvl="1"/>
            <a:r>
              <a:t>DOF_TMOVXL da 0.03029785 a 0.030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0.128640 da 0.119744</a:t>
            </a:r>
          </a:p>
          <a:p>
            <a:pPr/>
            <a:r>
              <a:t>DOF_BETA1 (*) = 19.966000 da 12.314450</a:t>
            </a:r>
          </a:p>
          <a:p>
            <a:pPr/>
            <a:r>
              <a:t>DOF_BETA2 (*) = -69.996002 da -67.944344</a:t>
            </a:r>
          </a:p>
          <a:p>
            <a:pPr/>
            <a:r>
              <a:t>DOF_W1 (*) = 0.000000 da 0.055078</a:t>
            </a:r>
          </a:p>
          <a:p>
            <a:pPr/>
            <a:r>
              <a:t>DOF_W2 (*) = 0.091796 da 0.882324</a:t>
            </a:r>
          </a:p>
          <a:p>
            <a:pPr/>
            <a:r>
              <a:t>DOF_TMOVXU (*) = 0.199000 da 0.182056</a:t>
            </a:r>
          </a:p>
          <a:p>
            <a:pPr/>
            <a:r>
              <a:t>DOF_TMOVXL (*) = 0.010615 da 0.030298</a:t>
            </a:r>
          </a:p>
          <a:p>
            <a:pPr/>
            <a:r>
              <a:t>ALPHA_0 = 10.000°</a:t>
            </a:r>
          </a:p>
          <a:p>
            <a:pPr/>
            <a:r>
              <a:t>Deflessione (ε) = 74.917°</a:t>
            </a:r>
          </a:p>
          <a:p>
            <a:pPr/>
            <a:r>
              <a:t>Curvatura camber (θ) = 89.962°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-64.917030 da -65.403999</a:t>
            </a:r>
          </a:p>
          <a:p>
            <a:pPr/>
            <a:r>
              <a:t>OF_Cpt = 0.023212 da 0.027680</a:t>
            </a:r>
          </a:p>
          <a:p>
            <a:pPr/>
            <a:r>
              <a:t>OF_CSI = 0.021477 da 0.025850</a:t>
            </a:r>
          </a:p>
          <a:p>
            <a:pPr/>
            <a:r>
              <a:t>OF_phi = 0.504164 da 0.497942</a:t>
            </a:r>
          </a:p>
          <a:p>
            <a:pPr/>
            <a:r>
              <a:t>OF_psi = 1.179053 da 1.175601</a:t>
            </a:r>
          </a:p>
          <a:p>
            <a:pPr/>
            <a:r>
              <a:t>OF_Zwi = 1.069950 da 0.982748</a:t>
            </a:r>
          </a:p>
          <a:p>
            <a:pPr/>
            <a:r>
              <a:t>OF_Zwc = 1.029854 da 0.939800</a:t>
            </a:r>
          </a:p>
          <a:p>
            <a:pPr/>
            <a:r>
              <a:t>OF_DFss_mis = 1.404768 da 1.256500</a:t>
            </a:r>
          </a:p>
          <a:p>
            <a:pPr/>
            <a:r>
              <a:t>OF_DFss_cp = 0.915476 da 0.944800</a:t>
            </a:r>
          </a:p>
          <a:p>
            <a:pPr/>
            <a:r>
              <a:t>OF_Mis_peak = 0.513686 da 0.479100</a:t>
            </a:r>
          </a:p>
          <a:p>
            <a:pPr/>
            <a:r>
              <a:t>OF_s_peak = 0.500559 da 0.526900</a:t>
            </a:r>
          </a:p>
          <a:p>
            <a:pPr/>
            <a:r>
              <a:t>OF_s_diff_dim = 0.080161 da 0.077320</a:t>
            </a:r>
          </a:p>
          <a:p>
            <a:pPr/>
            <a:r>
              <a:t>OF_s_tot_SS = 0.160865 da 0.163400</a:t>
            </a:r>
          </a:p>
          <a:p>
            <a:pPr/>
            <a:r>
              <a:t>OF_Tmax = 0.012078 da 0.012177</a:t>
            </a:r>
          </a:p>
          <a:p>
            <a:pPr/>
            <a:r>
              <a:t>OF_X_Tmax = 0.321663 da 0.320540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