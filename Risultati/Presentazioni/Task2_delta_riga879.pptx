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879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0.02195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0.1191768285 a 0.119</a:t>
            </a:r>
          </a:p>
          <a:p>
            <a:pPr lvl="1"/>
            <a:r>
              <a:t>DOF_BETA1 da 18.92639 a 18.926</a:t>
            </a:r>
          </a:p>
          <a:p>
            <a:pPr lvl="1"/>
            <a:r>
              <a:t>DOF_BETA2 da -66.69647 a -66.696</a:t>
            </a:r>
          </a:p>
          <a:p>
            <a:pPr lvl="1"/>
            <a:r>
              <a:t>DOF_W1 da 0.04841309 a 0.048</a:t>
            </a:r>
          </a:p>
          <a:p>
            <a:pPr lvl="1"/>
            <a:r>
              <a:t>DOF_W2 da 0.7585144 a 0.759</a:t>
            </a:r>
          </a:p>
          <a:p>
            <a:pPr lvl="1"/>
            <a:r>
              <a:t>DOF_TMOVXU da -0.01459503 a -0.015</a:t>
            </a:r>
          </a:p>
          <a:p>
            <a:pPr lvl="1"/>
            <a:r>
              <a:t>DOF_TMOVXL da -0.02959137 a -0.030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[0.08425381393, 0.1401921907]</a:t>
            </a:r>
          </a:p>
          <a:p>
            <a:r>
              <a:t>DOF_BETA1 = [0.03417969, 19.96643]</a:t>
            </a:r>
          </a:p>
          <a:p>
            <a:r>
              <a:t>DOF_BETA2 = [-69.99573, -60.12146]</a:t>
            </a:r>
          </a:p>
          <a:p>
            <a:r>
              <a:t>DOF_W1 = [0.0001708984, 0.7446777]</a:t>
            </a:r>
          </a:p>
          <a:p>
            <a:r>
              <a:t>DOF_W2 = [0.0007019043, 0.9987183]</a:t>
            </a:r>
          </a:p>
          <a:p>
            <a:r>
              <a:t>DOF_TMOVXU = [-0.1489105, 0.1993591]</a:t>
            </a:r>
          </a:p>
          <a:p>
            <a:r>
              <a:t>DOF_TMOVXL = [-0.1498932, 0.1998077]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88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0.130543 da 0.119177</a:t>
            </a:r>
          </a:p>
          <a:p>
            <a:pPr/>
            <a:r>
              <a:t>DOF_BETA1 (*) = 17.084780 da 18.926390</a:t>
            </a:r>
          </a:p>
          <a:p>
            <a:pPr/>
            <a:r>
              <a:t>DOF_BETA2 (*) = -66.639893 da -66.696472</a:t>
            </a:r>
          </a:p>
          <a:p>
            <a:pPr/>
            <a:r>
              <a:t>DOF_W1 (*) = 0.000171 da 0.048413</a:t>
            </a:r>
          </a:p>
          <a:p>
            <a:pPr/>
            <a:r>
              <a:t>DOF_W2 (*) = 0.486638 da 0.758514</a:t>
            </a:r>
          </a:p>
          <a:p>
            <a:pPr/>
            <a:r>
              <a:t>DOF_TMOVXU (*) = 0.001975 da -0.014595</a:t>
            </a:r>
          </a:p>
          <a:p>
            <a:pPr/>
            <a:r>
              <a:t>DOF_TMOVXL (*) = -0.042473 da -0.029591</a:t>
            </a:r>
          </a:p>
          <a:p>
            <a:pPr/>
            <a:r>
              <a:t>ALPHA_0 = 10.000°</a:t>
            </a:r>
          </a:p>
          <a:p>
            <a:pPr/>
            <a:r>
              <a:t>Deflessione (ε) = 72.730°</a:t>
            </a:r>
          </a:p>
          <a:p>
            <a:pPr/>
            <a:r>
              <a:t>Curvatura camber (θ) = 83.725°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-62.729603 da -62.549999</a:t>
            </a:r>
          </a:p>
          <a:p>
            <a:pPr/>
            <a:r>
              <a:t>OF_Cpt = 0.022976 da 0.023520</a:t>
            </a:r>
          </a:p>
          <a:p>
            <a:pPr/>
            <a:r>
              <a:t>OF_CSI = 0.021393 da 0.021950</a:t>
            </a:r>
          </a:p>
          <a:p>
            <a:pPr/>
            <a:r>
              <a:t>OF_phi = 0.571376 da 0.571835</a:t>
            </a:r>
          </a:p>
          <a:p>
            <a:pPr/>
            <a:r>
              <a:t>OF_psi = 1.201052 da 1.201660</a:t>
            </a:r>
          </a:p>
          <a:p>
            <a:pPr/>
            <a:r>
              <a:t>OF_Zwi = 1.157731 da 1.066596</a:t>
            </a:r>
          </a:p>
          <a:p>
            <a:pPr/>
            <a:r>
              <a:t>OF_Zwc = 1.104067 da 1.019599</a:t>
            </a:r>
          </a:p>
          <a:p>
            <a:pPr/>
            <a:r>
              <a:t>OF_DFss_mis = 1.315339 da 1.245100</a:t>
            </a:r>
          </a:p>
          <a:p>
            <a:pPr/>
            <a:r>
              <a:t>OF_DFss_cp = 0.933562 da 0.947100</a:t>
            </a:r>
          </a:p>
          <a:p>
            <a:pPr/>
            <a:r>
              <a:t>OF_Mis_peak = 0.493359 da 0.476200</a:t>
            </a:r>
          </a:p>
          <a:p>
            <a:pPr/>
            <a:r>
              <a:t>OF_s_peak = 0.514532 da 0.543200</a:t>
            </a:r>
          </a:p>
          <a:p>
            <a:pPr/>
            <a:r>
              <a:t>OF_s_diff_dim = 0.076912 da 0.072060</a:t>
            </a:r>
          </a:p>
          <a:p>
            <a:pPr/>
            <a:r>
              <a:t>OF_s_tot_SS = 0.160151 da 0.157700</a:t>
            </a:r>
          </a:p>
          <a:p>
            <a:pPr/>
            <a:r>
              <a:t>OF_Tmax = 0.012282 da 0.012319</a:t>
            </a:r>
          </a:p>
          <a:p>
            <a:pPr/>
            <a:r>
              <a:t>OF_X_Tmax = 0.233737 da 0.217615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