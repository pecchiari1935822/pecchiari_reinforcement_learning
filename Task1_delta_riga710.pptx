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Task 1 - Run Casuale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Partenza da profilo completamente casuale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Tipo = Casuale (No Dataset)</a:t>
            </a:r>
          </a:p>
          <a:p>
            <a:pPr/>
            <a:r>
              <a:t>Episode Length = 60</a:t>
            </a:r>
          </a:p>
          <a:p>
            <a:pPr/>
            <a:r>
              <a:t>N steps = 200</a:t>
            </a:r>
          </a:p>
          <a:p>
            <a:pPr/>
            <a:r>
              <a:t>Batch size = 64</a:t>
            </a:r>
          </a:p>
          <a:p>
            <a:pPr/>
            <a:r>
              <a:t>Learning Rate = 3e-05</a:t>
            </a:r>
          </a:p>
          <a:p>
            <a:pPr/>
            <a:r>
              <a:t>Best CSI trovato = 0.017091</a:t>
            </a:r>
          </a:p>
          <a:p>
            <a:pPr/>
            <a:r>
              <a:t>DOF attivi modificati:</a:t>
            </a:r>
          </a:p>
          <a:p>
            <a:pPr lvl="1"/>
            <a:r>
              <a:t>DOF_PITCH</a:t>
            </a:r>
          </a:p>
          <a:p>
            <a:pPr lvl="1"/>
            <a:r>
              <a:t>DOF_BETA1</a:t>
            </a:r>
          </a:p>
          <a:p>
            <a:pPr lvl="1"/>
            <a:r>
              <a:t>DOF_BETA2</a:t>
            </a:r>
          </a:p>
          <a:p>
            <a:pPr lvl="1"/>
            <a:r>
              <a:t>DOF_W1</a:t>
            </a:r>
          </a:p>
          <a:p>
            <a:pPr lvl="1"/>
            <a:r>
              <a:t>DOF_W2</a:t>
            </a:r>
          </a:p>
          <a:p>
            <a:pPr lvl="1"/>
            <a:r>
              <a:t>DOF_TMOVXU</a:t>
            </a:r>
          </a:p>
          <a:p>
            <a:pPr lvl="1"/>
            <a:r>
              <a:t>DOF_TMOVXL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DOF_PITCH = [0.084, 0.14]</a:t>
            </a:r>
          </a:p>
          <a:p>
            <a:r>
              <a:t>DOF_BETA1 = [0.034, 19.966]</a:t>
            </a:r>
          </a:p>
          <a:p>
            <a:r>
              <a:t>DOF_BETA2 = [-69.996, -60.121]</a:t>
            </a:r>
          </a:p>
          <a:p>
            <a:r>
              <a:t>DOF_W1 = [0.0, 0.745]</a:t>
            </a:r>
          </a:p>
          <a:p>
            <a:r>
              <a:t>DOF_W2 = [0.001, 0.999]</a:t>
            </a:r>
          </a:p>
          <a:p>
            <a:r>
              <a:t>DOF_TMOVXU = [-0.149, 0.199]</a:t>
            </a:r>
          </a:p>
          <a:p>
            <a:r>
              <a:t>DOF_TMOVXL = [-0.15, 0.2]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5605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3108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_ba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0845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Attore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5376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Critico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17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DOF Ottimali:</a:t>
            </a:r>
          </a:p>
          <a:p>
            <a:pPr/>
            <a:r>
              <a:t>DOF_PITCH (*) = 0.139798</a:t>
            </a:r>
          </a:p>
          <a:p>
            <a:pPr/>
            <a:r>
              <a:t>DOF_BETA1 (*) = 15.408595</a:t>
            </a:r>
          </a:p>
          <a:p>
            <a:pPr/>
            <a:r>
              <a:t>DOF_BETA2 (*) = -61.947773</a:t>
            </a:r>
          </a:p>
          <a:p>
            <a:pPr/>
            <a:r>
              <a:t>DOF_W1 (*) = 0.695751</a:t>
            </a:r>
          </a:p>
          <a:p>
            <a:pPr/>
            <a:r>
              <a:t>DOF_W2 (*) = 0.001000</a:t>
            </a:r>
          </a:p>
          <a:p>
            <a:pPr/>
            <a:r>
              <a:t>DOF_TMOVXU (*) = -0.144584</a:t>
            </a:r>
          </a:p>
          <a:p>
            <a:pPr/>
            <a:r>
              <a:t>DOF_TMOVXL (*) = 0.136714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OF Risultanti:</a:t>
            </a:r>
          </a:p>
          <a:p>
            <a:pPr/>
            <a:r>
              <a:t>OF_alfa_ex = -46.577999</a:t>
            </a:r>
          </a:p>
          <a:p>
            <a:pPr/>
            <a:r>
              <a:t>OF_Cpt = 0.017538</a:t>
            </a:r>
          </a:p>
          <a:p>
            <a:pPr/>
            <a:r>
              <a:t>OF_CSI = 0.017091</a:t>
            </a:r>
          </a:p>
          <a:p>
            <a:pPr/>
            <a:r>
              <a:t>OF_phi = 1.005222</a:t>
            </a:r>
          </a:p>
          <a:p>
            <a:pPr/>
            <a:r>
              <a:t>OF_psi = 1.356208</a:t>
            </a:r>
          </a:p>
          <a:p>
            <a:pPr/>
            <a:r>
              <a:t>OF_Zwi = 1.743196</a:t>
            </a:r>
          </a:p>
          <a:p>
            <a:pPr/>
            <a:r>
              <a:t>OF_Zwc = 1.710109</a:t>
            </a:r>
          </a:p>
          <a:p>
            <a:pPr/>
            <a:r>
              <a:t>OF_DFss_mis = 1.545714</a:t>
            </a:r>
          </a:p>
          <a:p>
            <a:pPr/>
            <a:r>
              <a:t>OF_DFss_cp = 0.879156</a:t>
            </a:r>
          </a:p>
          <a:p>
            <a:pPr/>
            <a:r>
              <a:t>OF_Mis_peak = 0.572284</a:t>
            </a:r>
          </a:p>
          <a:p>
            <a:pPr/>
            <a:r>
              <a:t>OF_s_peak = 0.417455</a:t>
            </a:r>
          </a:p>
          <a:p>
            <a:pPr/>
            <a:r>
              <a:t>OF_s_diff_dim = 0.085439</a:t>
            </a:r>
          </a:p>
          <a:p>
            <a:pPr/>
            <a:r>
              <a:t>OF_s_tot_SS = 0.130326</a:t>
            </a:r>
          </a:p>
          <a:p>
            <a:pPr/>
            <a:r>
              <a:t>OF_Tmax = 0.011946</a:t>
            </a:r>
          </a:p>
          <a:p>
            <a:pPr/>
            <a:r>
              <a:t>OF_X_Tmax = 0.246007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Catamaran</vt:lpstr>
      <vt:lpstr>Tema di Office</vt:lpstr>
      <vt:lpstr>Personalizza struttura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14</cp:revision>
  <dcterms:created xsi:type="dcterms:W3CDTF">2026-04-15T17:56:24Z</dcterms:created>
  <dcterms:modified xsi:type="dcterms:W3CDTF">2026-04-30T12:48:30Z</dcterms:modified>
</cp:coreProperties>
</file>