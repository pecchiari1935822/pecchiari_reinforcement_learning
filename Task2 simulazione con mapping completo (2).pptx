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0.0883567316 a 0.088</a:t>
            </a:r>
          </a:p>
          <a:p>
            <a:pPr lvl="1"/>
            <a:r>
              <a:t>DOF_BETA1 da 18.28125 a 18.281</a:t>
            </a:r>
          </a:p>
          <a:p>
            <a:pPr lvl="1"/>
            <a:r>
              <a:t>DOF_BETA2 da -66.01562 a -66.016</a:t>
            </a:r>
          </a:p>
          <a:p>
            <a:pPr lvl="1"/>
            <a:r>
              <a:t>DOF_W1 da 0.19375 a 0.194</a:t>
            </a:r>
          </a:p>
          <a:p>
            <a:pPr lvl="1"/>
            <a:r>
              <a:t>DOF_W2 da 0.2734375 a 0.273</a:t>
            </a:r>
          </a:p>
          <a:p>
            <a:pPr lvl="1"/>
            <a:r>
              <a:t>DOF_TMOVXU da 0.01132812 a 0.011</a:t>
            </a:r>
          </a:p>
          <a:p>
            <a:pPr lvl="1"/>
            <a:r>
              <a:t>DOF_TMOVXL da -0.1417969 a -0.142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49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0.140000 da 0.088357</a:t>
            </a:r>
          </a:p>
          <a:p>
            <a:pPr/>
            <a:r>
              <a:t>DOF_BETA1 (*) = 19.966000 da 18.281250</a:t>
            </a:r>
          </a:p>
          <a:p>
            <a:pPr/>
            <a:r>
              <a:t>DOF_BETA2 (*) = -67.402512 da -66.015617</a:t>
            </a:r>
          </a:p>
          <a:p>
            <a:pPr/>
            <a:r>
              <a:t>DOF_W1 (*) = 0.000000 da 0.193750</a:t>
            </a:r>
          </a:p>
          <a:p>
            <a:pPr/>
            <a:r>
              <a:t>DOF_W2 (*) = 0.001000 da 0.273438</a:t>
            </a:r>
          </a:p>
          <a:p>
            <a:pPr/>
            <a:r>
              <a:t>DOF_TMOVXU (*) = 0.046999 da 0.011328</a:t>
            </a:r>
          </a:p>
          <a:p>
            <a:pPr/>
            <a:r>
              <a:t>DOF_TMOVXL (*) = -0.150000 da -0.141797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-60.461342 da -61.117001</a:t>
            </a:r>
          </a:p>
          <a:p>
            <a:pPr/>
            <a:r>
              <a:t>OF_Cpt = 0.021902 da 0.026360</a:t>
            </a:r>
          </a:p>
          <a:p>
            <a:pPr/>
            <a:r>
              <a:t>OF_CSI = 0.020322 da 0.024610</a:t>
            </a:r>
          </a:p>
          <a:p>
            <a:pPr/>
            <a:r>
              <a:t>OF_phi = 0.631658 da 0.611082</a:t>
            </a:r>
          </a:p>
          <a:p>
            <a:pPr/>
            <a:r>
              <a:t>OF_psi = 1.222367 da 1.215501</a:t>
            </a:r>
          </a:p>
          <a:p>
            <a:pPr/>
            <a:r>
              <a:t>OF_Zwi = 1.295531 da 0.821991</a:t>
            </a:r>
          </a:p>
          <a:p>
            <a:pPr/>
            <a:r>
              <a:t>OF_Zwc = 1.247025 da 0.785634</a:t>
            </a:r>
          </a:p>
          <a:p>
            <a:pPr/>
            <a:r>
              <a:t>OF_DFss_mis = 1.439257 da 1.191800</a:t>
            </a:r>
          </a:p>
          <a:p>
            <a:pPr/>
            <a:r>
              <a:t>OF_DFss_cp = 0.907899 da 0.957700</a:t>
            </a:r>
          </a:p>
          <a:p>
            <a:pPr/>
            <a:r>
              <a:t>OF_Mis_peak = 0.525216 da 0.465100</a:t>
            </a:r>
          </a:p>
          <a:p>
            <a:pPr/>
            <a:r>
              <a:t>OF_s_peak = 0.477945 da 0.705900</a:t>
            </a:r>
          </a:p>
          <a:p>
            <a:pPr/>
            <a:r>
              <a:t>OF_s_diff_dim = 0.079293 da 0.042110</a:t>
            </a:r>
          </a:p>
          <a:p>
            <a:pPr/>
            <a:r>
              <a:t>OF_s_tot_SS = 0.155659 da 0.143200</a:t>
            </a:r>
          </a:p>
          <a:p>
            <a:pPr/>
            <a:r>
              <a:t>OF_Tmax = 0.012015 da 0.012120</a:t>
            </a:r>
          </a:p>
          <a:p>
            <a:pPr/>
            <a:r>
              <a:t>OF_X_Tmax = 0.247485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