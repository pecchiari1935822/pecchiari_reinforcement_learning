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0.0241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0.1168044689 a 0.117</a:t>
            </a:r>
          </a:p>
          <a:p>
            <a:pPr lvl="1"/>
            <a:r>
              <a:t>DOF_BETA1 da 16.7334 a 16.733</a:t>
            </a:r>
          </a:p>
          <a:p>
            <a:pPr lvl="1"/>
            <a:r>
              <a:t>DOF_BETA2 da -66.90674 a -66.907</a:t>
            </a:r>
          </a:p>
          <a:p>
            <a:pPr lvl="1"/>
            <a:r>
              <a:t>DOF_W1 da 0.01699219 a 0.017</a:t>
            </a:r>
          </a:p>
          <a:p>
            <a:pPr lvl="1"/>
            <a:r>
              <a:t>DOF_W2 da 0.873291 a 0.873</a:t>
            </a:r>
          </a:p>
          <a:p>
            <a:pPr lvl="1"/>
            <a:r>
              <a:t>DOF_TMOVXU da -0.01114502 a -0.011</a:t>
            </a:r>
          </a:p>
          <a:p>
            <a:pPr lvl="1"/>
            <a:r>
              <a:t>DOF_TMOVXL da 0.152063 a 0.152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0.126088 da 0.116804</a:t>
            </a:r>
          </a:p>
          <a:p>
            <a:pPr/>
            <a:r>
              <a:t>DOF_BETA1 (*) = 19.966000 da 16.733400</a:t>
            </a:r>
          </a:p>
          <a:p>
            <a:pPr/>
            <a:r>
              <a:t>DOF_BETA2 (*) = -69.996002 da -66.906738</a:t>
            </a:r>
          </a:p>
          <a:p>
            <a:pPr/>
            <a:r>
              <a:t>DOF_W1 (*) = 0.000000 da 0.016992</a:t>
            </a:r>
          </a:p>
          <a:p>
            <a:pPr/>
            <a:r>
              <a:t>DOF_W2 (*) = 0.007176 da 0.873291</a:t>
            </a:r>
          </a:p>
          <a:p>
            <a:pPr/>
            <a:r>
              <a:t>DOF_TMOVXU (*) = 0.199000 da -0.011145</a:t>
            </a:r>
          </a:p>
          <a:p>
            <a:pPr/>
            <a:r>
              <a:t>DOF_TMOVXL (*) = 0.054756 da 0.152063</a:t>
            </a:r>
          </a:p>
          <a:p>
            <a:pPr/>
            <a:r>
              <a:t>ALPHA_0 = 10.000°</a:t>
            </a:r>
          </a:p>
          <a:p>
            <a:pPr/>
            <a:r>
              <a:t>Deflessione (ε) = 74.957°</a:t>
            </a:r>
          </a:p>
          <a:p>
            <a:pPr/>
            <a:r>
              <a:t>Curvatura camber (θ) = 89.962°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-64.956902 da -65.597000</a:t>
            </a:r>
          </a:p>
          <a:p>
            <a:pPr/>
            <a:r>
              <a:t>OF_Cpt = 0.023295 da 0.025810</a:t>
            </a:r>
          </a:p>
          <a:p>
            <a:pPr/>
            <a:r>
              <a:t>OF_CSI = 0.021545 da 0.024100</a:t>
            </a:r>
          </a:p>
          <a:p>
            <a:pPr/>
            <a:r>
              <a:t>OF_phi = 0.501841 da 0.493132</a:t>
            </a:r>
          </a:p>
          <a:p>
            <a:pPr/>
            <a:r>
              <a:t>OF_psi = 1.178534 da 1.173905</a:t>
            </a:r>
          </a:p>
          <a:p>
            <a:pPr/>
            <a:r>
              <a:t>OF_Zwi = 1.047301 da 0.951696</a:t>
            </a:r>
          </a:p>
          <a:p>
            <a:pPr/>
            <a:r>
              <a:t>OF_Zwc = 1.008280 da 0.910132</a:t>
            </a:r>
          </a:p>
          <a:p>
            <a:pPr/>
            <a:r>
              <a:t>OF_DFss_mis = 1.397175 da 1.166500</a:t>
            </a:r>
          </a:p>
          <a:p>
            <a:pPr/>
            <a:r>
              <a:t>OF_DFss_cp = 0.916777 da 0.963100</a:t>
            </a:r>
          </a:p>
          <a:p>
            <a:pPr/>
            <a:r>
              <a:t>OF_Mis_peak = 0.511996 da 0.458300</a:t>
            </a:r>
          </a:p>
          <a:p>
            <a:pPr/>
            <a:r>
              <a:t>OF_s_peak = 0.506081 da 0.529400</a:t>
            </a:r>
          </a:p>
          <a:p>
            <a:pPr/>
            <a:r>
              <a:t>OF_s_diff_dim = 0.079014 da 0.078740</a:t>
            </a:r>
          </a:p>
          <a:p>
            <a:pPr/>
            <a:r>
              <a:t>OF_s_tot_SS = 0.160220 da 0.167300</a:t>
            </a:r>
          </a:p>
          <a:p>
            <a:pPr/>
            <a:r>
              <a:t>OF_Tmax = 0.012152</a:t>
            </a:r>
          </a:p>
          <a:p>
            <a:pPr/>
            <a:r>
              <a:t>OF_X_Tmax = 0.328551 da 0.247260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