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Ottimizzazione Riga Dataset: 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Analisi pitch e beta1 e beta2 e w1 e w2 e tmovxu e tmovxl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Parametri PPO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n_epochs = 10</a:t>
            </a:r>
          </a:p>
          <a:p>
            <a:r>
              <a:t>gamma = 0.99</a:t>
            </a:r>
          </a:p>
          <a:p>
            <a:r>
              <a:t>gae_lambda = 0.95</a:t>
            </a:r>
          </a:p>
          <a:p>
            <a:r>
              <a:t>clip_range = 0.2</a:t>
            </a:r>
          </a:p>
          <a:p>
            <a:r>
              <a:t>ent_coef = 0.01</a:t>
            </a:r>
          </a:p>
          <a:p>
            <a:r>
              <a:t>vf_coef = 0.5</a:t>
            </a:r>
          </a:p>
          <a:p>
            <a:r>
              <a:t>max_grad_norm = 0.5</a:t>
            </a:r>
          </a:p>
          <a:p>
            <a:r>
              <a:t>verbose =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Punto di partenza simulazione con LR = 3e-05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/>
            <a:r>
              <a:t>N steps = 200</a:t>
            </a:r>
          </a:p>
          <a:p>
            <a:pPr/>
            <a:r>
              <a:t>Episode Length = 20</a:t>
            </a:r>
          </a:p>
          <a:p>
            <a:pPr/>
            <a:r>
              <a:t>Batch size = 64</a:t>
            </a:r>
          </a:p>
          <a:p>
            <a:pPr/>
            <a:r>
              <a:t>CSI Originale = 0.02674</a:t>
            </a:r>
          </a:p>
          <a:p>
            <a:pPr/>
            <a:r>
              <a:t>DOF attivi modificati:</a:t>
            </a:r>
          </a:p>
          <a:p>
            <a:pPr lvl="1"/>
            <a:r>
              <a:t>DOF_PITCH da 0.1023134316 a 0.102</a:t>
            </a:r>
          </a:p>
          <a:p>
            <a:pPr lvl="1"/>
            <a:r>
              <a:t>DOF_BETA1 da 8.59375 a 8.594</a:t>
            </a:r>
          </a:p>
          <a:p>
            <a:pPr lvl="1"/>
            <a:r>
              <a:t>DOF_BETA2 da -61.48438 a -61.484</a:t>
            </a:r>
          </a:p>
          <a:p>
            <a:pPr lvl="1"/>
            <a:r>
              <a:t>DOF_W1 da 0.00625 a 0.006</a:t>
            </a:r>
          </a:p>
          <a:p>
            <a:pPr lvl="1"/>
            <a:r>
              <a:t>DOF_W2 da 0.9765625 a 0.977</a:t>
            </a:r>
          </a:p>
          <a:p>
            <a:pPr lvl="1"/>
            <a:r>
              <a:t>DOF_TMOVXU da 0.1371094 a 0.137</a:t>
            </a:r>
          </a:p>
          <a:p>
            <a:pPr lvl="1"/>
            <a:r>
              <a:t>DOF_TMOVXL da -0.1144531 a -0.114</a:t>
            </a:r>
          </a:p>
          <a:p>
            <a:pPr/>
            <a:r>
              <a:t>CSI profilo modificato = None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/>
            <a:r>
              <a:t>Limiti operativi (DOF Bounds):</a:t>
            </a:r>
          </a:p>
          <a:p>
            <a:r>
              <a:t>DOF_PITCH = [0.084, 0.14]</a:t>
            </a:r>
          </a:p>
          <a:p>
            <a:r>
              <a:t>DOF_BETA1 = [0.034, 19.966]</a:t>
            </a:r>
          </a:p>
          <a:p>
            <a:r>
              <a:t>DOF_BETA2 = [-69.996, -60.121]</a:t>
            </a:r>
          </a:p>
          <a:p>
            <a:r>
              <a:t>DOF_W1 = [0.0, 0.745]</a:t>
            </a:r>
          </a:p>
          <a:p>
            <a:r>
              <a:t>DOF_W2 = [0.001, 0.999]</a:t>
            </a:r>
          </a:p>
          <a:p>
            <a:r>
              <a:t>DOF_TMOVXU = [-0.149, 0.199]</a:t>
            </a:r>
          </a:p>
          <a:p>
            <a:r>
              <a:t>DOF_TMOVXL = [-0.15, 0.2]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Risultati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  <p:pic>
        <p:nvPicPr>
          <p:cNvPr id="7" name="Picture 6" descr="plot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5605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Andamento Valore Miglior DOF per episodio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  <p:pic>
        <p:nvPicPr>
          <p:cNvPr id="7" name="Picture 6" descr="plot_dof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73108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Andamento Valore Miglior DOF per episodio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  <p:pic>
        <p:nvPicPr>
          <p:cNvPr id="7" name="Picture 6" descr="plot_dof_evolution_bar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712978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Attore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  <p:pic>
        <p:nvPicPr>
          <p:cNvPr id="7" name="Picture 6" descr="plot_metrics_a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872007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Critico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  <p:pic>
        <p:nvPicPr>
          <p:cNvPr id="7" name="Picture 6" descr="plot_metrics_cri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8649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Miglior Profilo Ottimizzato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Action - Axial exit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  <p:pic>
        <p:nvPicPr>
          <p:cNvPr id="7" name="Picture 6" descr="smith_diagram_action_assi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6358249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Action - Total to Total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  <p:pic>
        <p:nvPicPr>
          <p:cNvPr id="7" name="Picture 6" descr="smith_diagram_action_total_to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6360031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Reaction - Total to Total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  <p:pic>
        <p:nvPicPr>
          <p:cNvPr id="7" name="Picture 6" descr="smith_diagram_reaction_total_to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6354686" cy="47548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