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456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0.02401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0.09165325042 a 0.092</a:t>
            </a:r>
          </a:p>
          <a:p>
            <a:pPr lvl="1"/>
            <a:r>
              <a:t>DOF_BETA1 da 19.78394 a 19.784</a:t>
            </a:r>
          </a:p>
          <a:p>
            <a:pPr lvl="1"/>
            <a:r>
              <a:t>DOF_BETA2 da -68.03162 a -68.032</a:t>
            </a:r>
          </a:p>
          <a:p>
            <a:pPr lvl="1"/>
            <a:r>
              <a:t>DOF_W1 da 0.2177246 a 0.218</a:t>
            </a:r>
          </a:p>
          <a:p>
            <a:pPr lvl="1"/>
            <a:r>
              <a:t>DOF_W2 da 0.3516235 a 0.352</a:t>
            </a:r>
          </a:p>
          <a:p>
            <a:pPr lvl="1"/>
            <a:r>
              <a:t>DOF_TMOVXU da -0.03804016 a -0.038</a:t>
            </a:r>
          </a:p>
          <a:p>
            <a:pPr lvl="1"/>
            <a:r>
              <a:t>DOF_TMOVXL da 0.1030792 a 0.103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0.112549 da 0.091653</a:t>
            </a:r>
          </a:p>
          <a:p>
            <a:pPr/>
            <a:r>
              <a:t>DOF_BETA1 (*) = 19.966000 da 19.783939</a:t>
            </a:r>
          </a:p>
          <a:p>
            <a:pPr/>
            <a:r>
              <a:t>DOF_BETA2 (*) = -69.996002 da -68.031616</a:t>
            </a:r>
          </a:p>
          <a:p>
            <a:pPr/>
            <a:r>
              <a:t>DOF_W1 (*) = 0.187569 da 0.217725</a:t>
            </a:r>
          </a:p>
          <a:p>
            <a:pPr/>
            <a:r>
              <a:t>DOF_W2 (*) = 0.327129 da 0.351624</a:t>
            </a:r>
          </a:p>
          <a:p>
            <a:pPr/>
            <a:r>
              <a:t>DOF_TMOVXU (*) = 0.110640 da -0.038040</a:t>
            </a:r>
          </a:p>
          <a:p>
            <a:pPr/>
            <a:r>
              <a:t>DOF_TMOVXL (*) = 0.056439 da 0.103079</a:t>
            </a:r>
          </a:p>
          <a:p>
            <a:pPr/>
            <a:r>
              <a:t>ALPHA_0 = 10.000°</a:t>
            </a:r>
          </a:p>
          <a:p>
            <a:pPr/>
            <a:r>
              <a:t>Deflessione (ε) = 71.443°</a:t>
            </a:r>
          </a:p>
          <a:p>
            <a:pPr/>
            <a:r>
              <a:t>Curvatura camber (θ) = 89.962°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-61.443047 da -61.564999</a:t>
            </a:r>
          </a:p>
          <a:p>
            <a:pPr/>
            <a:r>
              <a:t>OF_Cpt = 0.023257 da 0.025720</a:t>
            </a:r>
          </a:p>
          <a:p>
            <a:pPr/>
            <a:r>
              <a:t>OF_CSI = 0.021715 da 0.024010</a:t>
            </a:r>
          </a:p>
          <a:p>
            <a:pPr/>
            <a:r>
              <a:t>OF_phi = 0.602742 da 0.598646</a:t>
            </a:r>
          </a:p>
          <a:p>
            <a:pPr/>
            <a:r>
              <a:t>OF_psi = 1.210690 da 1.211115</a:t>
            </a:r>
          </a:p>
          <a:p>
            <a:pPr/>
            <a:r>
              <a:t>OF_Zwi = 1.070226 da 0.841932</a:t>
            </a:r>
          </a:p>
          <a:p>
            <a:pPr/>
            <a:r>
              <a:t>OF_Zwc = 1.019570 da 0.804737</a:t>
            </a:r>
          </a:p>
          <a:p>
            <a:pPr/>
            <a:r>
              <a:t>OF_DFss_mis = 1.337691 da 1.218100</a:t>
            </a:r>
          </a:p>
          <a:p>
            <a:pPr/>
            <a:r>
              <a:t>OF_DFss_cp = 0.928802 da 0.952500</a:t>
            </a:r>
          </a:p>
          <a:p>
            <a:pPr/>
            <a:r>
              <a:t>OF_Mis_peak = 0.497026 da 0.470100</a:t>
            </a:r>
          </a:p>
          <a:p>
            <a:pPr/>
            <a:r>
              <a:t>OF_s_peak = 0.594951 da 0.717100</a:t>
            </a:r>
          </a:p>
          <a:p>
            <a:pPr/>
            <a:r>
              <a:t>OF_s_diff_dim = 0.060785 da 0.040930</a:t>
            </a:r>
          </a:p>
          <a:p>
            <a:pPr/>
            <a:r>
              <a:t>OF_s_tot_SS = 0.148930 da 0.144700</a:t>
            </a:r>
          </a:p>
          <a:p>
            <a:pPr/>
            <a:r>
              <a:t>OF_Tmax = 0.012269 da 0.012177</a:t>
            </a:r>
          </a:p>
          <a:p>
            <a:pPr/>
            <a:r>
              <a:t>OF_X_Tmax = 0.293211 da 0.230140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