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710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0.02107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0.119155433 a 0.119</a:t>
            </a:r>
          </a:p>
          <a:p>
            <a:pPr lvl="1"/>
            <a:r>
              <a:t>DOF_BETA1 da 17.1936 a 17.194</a:t>
            </a:r>
          </a:p>
          <a:p>
            <a:pPr lvl="1"/>
            <a:r>
              <a:t>DOF_BETA2 da -63.05969 a -63.060</a:t>
            </a:r>
          </a:p>
          <a:p>
            <a:pPr lvl="1"/>
            <a:r>
              <a:t>DOF_W1 da 0.0105957 a 0.011</a:t>
            </a:r>
          </a:p>
          <a:p>
            <a:pPr lvl="1"/>
            <a:r>
              <a:t>DOF_W2 da 0.5900269 a 0.590</a:t>
            </a:r>
          </a:p>
          <a:p>
            <a:pPr lvl="1"/>
            <a:r>
              <a:t>DOF_TMOVXU da 0.1084625 a 0.108</a:t>
            </a:r>
          </a:p>
          <a:p>
            <a:pPr lvl="1"/>
            <a:r>
              <a:t>DOF_TMOVXL da 0.05621033 a 0.056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0.120066 da 0.119155</a:t>
            </a:r>
          </a:p>
          <a:p>
            <a:pPr/>
            <a:r>
              <a:t>DOF_BETA1 (*) = 19.966000 da 17.193600</a:t>
            </a:r>
          </a:p>
          <a:p>
            <a:pPr/>
            <a:r>
              <a:t>DOF_BETA2 (*) = -62.679237 da -63.059689</a:t>
            </a:r>
          </a:p>
          <a:p>
            <a:pPr/>
            <a:r>
              <a:t>DOF_W1 (*) = 0.000000 da 0.010596</a:t>
            </a:r>
          </a:p>
          <a:p>
            <a:pPr/>
            <a:r>
              <a:t>DOF_W2 (*) = 0.410778 da 0.590027</a:t>
            </a:r>
          </a:p>
          <a:p>
            <a:pPr/>
            <a:r>
              <a:t>DOF_TMOVXU (*) = 0.085914 da 0.108462</a:t>
            </a:r>
          </a:p>
          <a:p>
            <a:pPr/>
            <a:r>
              <a:t>DOF_TMOVXL (*) = 0.017055 da 0.056210</a:t>
            </a:r>
          </a:p>
          <a:p>
            <a:pPr/>
            <a:r>
              <a:t>ALPHA_0 = 10.000°</a:t>
            </a:r>
          </a:p>
          <a:p>
            <a:pPr/>
            <a:r>
              <a:t>Deflessione (ε) = 69.814°</a:t>
            </a:r>
          </a:p>
          <a:p>
            <a:pPr/>
            <a:r>
              <a:t>Curvatura camber (θ) = 82.645°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-59.813992 da -60.444000</a:t>
            </a:r>
          </a:p>
          <a:p>
            <a:pPr/>
            <a:r>
              <a:t>OF_Cpt = 0.021981 da 0.022570</a:t>
            </a:r>
          </a:p>
          <a:p>
            <a:pPr/>
            <a:r>
              <a:t>OF_CSI = 0.020544 da 0.021070</a:t>
            </a:r>
          </a:p>
          <a:p>
            <a:pPr/>
            <a:r>
              <a:t>OF_phi = 0.646321 da 0.630063</a:t>
            </a:r>
          </a:p>
          <a:p>
            <a:pPr/>
            <a:r>
              <a:t>OF_psi = 1.228335 da 1.222194</a:t>
            </a:r>
          </a:p>
          <a:p>
            <a:pPr/>
            <a:r>
              <a:t>OF_Zwi = 1.140279 da 1.128670</a:t>
            </a:r>
          </a:p>
          <a:p>
            <a:pPr/>
            <a:r>
              <a:t>OF_Zwc = 1.097110 da 1.078673</a:t>
            </a:r>
          </a:p>
          <a:p>
            <a:pPr/>
            <a:r>
              <a:t>OF_DFss_mis = 1.325776 da 1.314400</a:t>
            </a:r>
          </a:p>
          <a:p>
            <a:pPr/>
            <a:r>
              <a:t>OF_DFss_cp = 0.929347 da 0.931200</a:t>
            </a:r>
          </a:p>
          <a:p>
            <a:pPr/>
            <a:r>
              <a:t>OF_Mis_peak = 0.501592 da 0.501200</a:t>
            </a:r>
          </a:p>
          <a:p>
            <a:pPr/>
            <a:r>
              <a:t>OF_s_peak = 0.505992 da 0.484400</a:t>
            </a:r>
          </a:p>
          <a:p>
            <a:pPr/>
            <a:r>
              <a:t>OF_s_diff_dim = 0.073868 da 0.078650</a:t>
            </a:r>
          </a:p>
          <a:p>
            <a:pPr/>
            <a:r>
              <a:t>OF_s_tot_SS = 0.151009 da 0.152500</a:t>
            </a:r>
          </a:p>
          <a:p>
            <a:pPr/>
            <a:r>
              <a:t>OF_Tmax = 0.012258 da 0.012302</a:t>
            </a:r>
          </a:p>
          <a:p>
            <a:pPr/>
            <a:r>
              <a:t>OF_X_Tmax = 0.277467 da 0.296815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