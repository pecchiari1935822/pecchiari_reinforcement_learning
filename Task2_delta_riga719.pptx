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719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0.02297</a:t>
            </a:r>
          </a:p>
          <a:p>
            <a:pPr/>
            <a:r>
              <a:t>DOF attivi modificati:</a:t>
            </a:r>
          </a:p>
          <a:p>
            <a:pPr lvl="1"/>
            <a:r>
              <a:t>DOF_PITCH da 0.1213502594 a 0.121</a:t>
            </a:r>
          </a:p>
          <a:p>
            <a:pPr lvl="1"/>
            <a:r>
              <a:t>DOF_BETA1 da 7.340088 a 7.340</a:t>
            </a:r>
          </a:p>
          <a:p>
            <a:pPr lvl="1"/>
            <a:r>
              <a:t>DOF_BETA2 da -69.9884 a -69.988</a:t>
            </a:r>
          </a:p>
          <a:p>
            <a:pPr lvl="1"/>
            <a:r>
              <a:t>DOF_W1 da 0.07192383 a 0.072</a:t>
            </a:r>
          </a:p>
          <a:p>
            <a:pPr lvl="1"/>
            <a:r>
              <a:t>DOF_W2 da 0.6803589 a 0.680</a:t>
            </a:r>
          </a:p>
          <a:p>
            <a:pPr lvl="1"/>
            <a:r>
              <a:t>DOF_TMOVXU da 0.1318756 a 0.132</a:t>
            </a:r>
          </a:p>
          <a:p>
            <a:pPr lvl="1"/>
            <a:r>
              <a:t>DOF_TMOVXL da -0.1357086 a -0.136</a:t>
            </a:r>
          </a:p>
          <a:p>
            <a:pPr/>
            <a:r>
              <a:t>CSI profilo modificato = None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